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14" r:id="rId2"/>
    <p:sldId id="312" r:id="rId3"/>
    <p:sldId id="307" r:id="rId4"/>
    <p:sldId id="316" r:id="rId5"/>
    <p:sldId id="308" r:id="rId6"/>
    <p:sldId id="315" r:id="rId7"/>
    <p:sldId id="317" r:id="rId8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14"/>
            <p14:sldId id="312"/>
            <p14:sldId id="307"/>
            <p14:sldId id="316"/>
            <p14:sldId id="308"/>
            <p14:sldId id="315"/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96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96403F70-9F50-4B7C-904A-F8D78E0D7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0BACDB94-3F62-48A9-9650-368A2A155347}"/>
              </a:ext>
            </a:extLst>
          </p:cNvPr>
          <p:cNvSpPr/>
          <p:nvPr/>
        </p:nvSpPr>
        <p:spPr>
          <a:xfrm>
            <a:off x="1728589" y="2447999"/>
            <a:ext cx="34804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字符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  <a:ea typeface="+mn-ea"/>
              </a:rPr>
              <a:t>数组和空数组</a:t>
            </a:r>
          </a:p>
        </p:txBody>
      </p:sp>
    </p:spTree>
    <p:extLst>
      <p:ext uri="{BB962C8B-B14F-4D97-AF65-F5344CB8AC3E}">
        <p14:creationId xmlns:p14="http://schemas.microsoft.com/office/powerpoint/2010/main" val="129040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DC7001CC-0272-4954-AC45-B45050DE6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19C857B7-6074-4BBD-9582-453EC73A18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xmlns="" id="{E5E1CD2F-5D15-408F-9FC4-99205643C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4896544" cy="1008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字符数组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空数组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ED2A9A07-DDBA-481C-95CC-10E580A9F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7" name="Rectangle 4">
            <a:extLst>
              <a:ext uri="{FF2B5EF4-FFF2-40B4-BE49-F238E27FC236}">
                <a16:creationId xmlns:a16="http://schemas.microsoft.com/office/drawing/2014/main" xmlns="" id="{235020B6-5771-40A4-B295-33533243D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字符数组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xmlns="" id="{7AC682A8-A409-4242-BB6D-ABA95B53E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931" y="1281728"/>
            <a:ext cx="35069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1.1 </a:t>
            </a:r>
            <a:r>
              <a:rPr lang="zh-CN" altLang="en-US" sz="2400" b="1" kern="0" dirty="0">
                <a:solidFill>
                  <a:srgbClr val="C00000"/>
                </a:solidFill>
                <a:latin typeface="+mn-ea"/>
                <a:ea typeface="+mn-ea"/>
              </a:rPr>
              <a:t>字符变量的创建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xmlns="" id="{A949F298-C60A-40FB-881A-B1E77139C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838" y="1741085"/>
            <a:ext cx="4011302" cy="452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把待建字符放在单引号中。</a:t>
            </a:r>
          </a:p>
        </p:txBody>
      </p:sp>
      <p:sp>
        <p:nvSpPr>
          <p:cNvPr id="26" name="Text Box 4">
            <a:extLst>
              <a:ext uri="{FF2B5EF4-FFF2-40B4-BE49-F238E27FC236}">
                <a16:creationId xmlns:a16="http://schemas.microsoft.com/office/drawing/2014/main" xmlns="" id="{A0CE2ED6-DC78-4959-976B-463269A0E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651" y="2652489"/>
            <a:ext cx="30160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A=‘I </a:t>
            </a:r>
            <a:r>
              <a:rPr lang="en-US" altLang="zh-CN" sz="2400" kern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am a Chinese</a:t>
            </a:r>
            <a:r>
              <a:rPr lang="en-US" altLang="zh-CN" sz="2400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!’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0" name="Text Box 4">
            <a:extLst>
              <a:ext uri="{FF2B5EF4-FFF2-40B4-BE49-F238E27FC236}">
                <a16:creationId xmlns:a16="http://schemas.microsoft.com/office/drawing/2014/main" xmlns="" id="{D39A75EA-CB8D-4AFE-8B97-06D3EDC77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961" y="792349"/>
            <a:ext cx="66972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主要用于可视化编程，例如界面设计和图形绘制。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1" name="Text Box 4">
            <a:extLst>
              <a:ext uri="{FF2B5EF4-FFF2-40B4-BE49-F238E27FC236}">
                <a16:creationId xmlns:a16="http://schemas.microsoft.com/office/drawing/2014/main" xmlns="" id="{17B5CEF6-F7AC-41A0-B3CC-A220D6945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432" y="2166769"/>
            <a:ext cx="5289698" cy="452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注意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：单引号必须在英文状态下输入。</a:t>
            </a: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6" grpId="0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A16D0C57-401B-4F91-9465-08DC43E12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0" name="Rectangle 4">
            <a:extLst>
              <a:ext uri="{FF2B5EF4-FFF2-40B4-BE49-F238E27FC236}">
                <a16:creationId xmlns:a16="http://schemas.microsoft.com/office/drawing/2014/main" xmlns="" id="{C316A17C-6648-438A-AD9A-E56E110FF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25204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字符数组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xmlns="" id="{2D268F5B-6C38-4EA6-9257-FAF9CF632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603" y="819068"/>
            <a:ext cx="34137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1.2 </a:t>
            </a:r>
            <a:r>
              <a:rPr lang="zh-CN" altLang="en-US" sz="2400" b="1" kern="0" dirty="0">
                <a:solidFill>
                  <a:srgbClr val="C00000"/>
                </a:solidFill>
                <a:latin typeface="+mn-ea"/>
                <a:ea typeface="+mn-ea"/>
              </a:rPr>
              <a:t>字符数组的拼接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xmlns="" id="{BA1F9467-B0FE-42B1-BD71-7704C673A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113" y="1280733"/>
            <a:ext cx="5960447" cy="862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利用方括号和逗号进行两个及以上字符数组的直接拼接。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71068" y="2122147"/>
            <a:ext cx="4450866" cy="2634272"/>
            <a:chOff x="771068" y="2122147"/>
            <a:chExt cx="4450866" cy="2634272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xmlns="" id="{F4D053D1-809E-44F0-AD65-11965DC88F25}"/>
                </a:ext>
              </a:extLst>
            </p:cNvPr>
            <p:cNvGrpSpPr/>
            <p:nvPr/>
          </p:nvGrpSpPr>
          <p:grpSpPr>
            <a:xfrm>
              <a:off x="1368549" y="2604814"/>
              <a:ext cx="3853385" cy="2151605"/>
              <a:chOff x="1314259" y="2087047"/>
              <a:chExt cx="3853385" cy="2151605"/>
            </a:xfrm>
          </p:grpSpPr>
          <p:sp>
            <p:nvSpPr>
              <p:cNvPr id="18" name="Text Box 4096">
                <a:extLst>
                  <a:ext uri="{FF2B5EF4-FFF2-40B4-BE49-F238E27FC236}">
                    <a16:creationId xmlns:a16="http://schemas.microsoft.com/office/drawing/2014/main" xmlns="" id="{D1B9F0A7-E9FA-4DFD-BB70-E546312D6F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4261" y="2087047"/>
                <a:ext cx="231195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s1</a:t>
                </a:r>
                <a:r>
                  <a:rPr lang="en-US" altLang="zh-CN" sz="2400" b="1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=‘Beijing’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Text Box 4098">
                <a:extLst>
                  <a:ext uri="{FF2B5EF4-FFF2-40B4-BE49-F238E27FC236}">
                    <a16:creationId xmlns:a16="http://schemas.microsoft.com/office/drawing/2014/main" xmlns="" id="{BA493E12-83DF-48C9-8940-6D19F04E43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4261" y="2514782"/>
                <a:ext cx="385338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s2</a:t>
                </a:r>
                <a:r>
                  <a:rPr lang="en-US" altLang="zh-CN" sz="2400" b="1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=‘welcome to’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 Box 4098">
                <a:extLst>
                  <a:ext uri="{FF2B5EF4-FFF2-40B4-BE49-F238E27FC236}">
                    <a16:creationId xmlns:a16="http://schemas.microsoft.com/office/drawing/2014/main" xmlns="" id="{7A55103D-1D94-47AB-9505-0FD9052A31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4259" y="3342520"/>
                <a:ext cx="385338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s=[‘welcome to’, s1]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 Box 4098">
                <a:extLst>
                  <a:ext uri="{FF2B5EF4-FFF2-40B4-BE49-F238E27FC236}">
                    <a16:creationId xmlns:a16="http://schemas.microsoft.com/office/drawing/2014/main" xmlns="" id="{43196C76-3E88-4366-ADF9-CCCA101413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4260" y="2914785"/>
                <a:ext cx="385338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s=[s2, s1]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Text Box 4098">
                <a:extLst>
                  <a:ext uri="{FF2B5EF4-FFF2-40B4-BE49-F238E27FC236}">
                    <a16:creationId xmlns:a16="http://schemas.microsoft.com/office/drawing/2014/main" xmlns="" id="{EAE0C515-8279-4F76-9339-CAFCE20129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4259" y="3776987"/>
                <a:ext cx="385338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400" b="1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=[‘welcome to 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’, s1]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xmlns="" id="{7AC682A8-A409-4242-BB6D-ABA95B53E3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068" y="2122147"/>
              <a:ext cx="153358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kern="0" dirty="0" smtClean="0">
                  <a:solidFill>
                    <a:srgbClr val="C00000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例</a:t>
              </a:r>
              <a:r>
                <a:rPr lang="en-US" altLang="zh-CN" sz="2400" b="1" kern="0" dirty="0" smtClean="0">
                  <a:solidFill>
                    <a:srgbClr val="C00000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2.2-3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8821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6499D489-B075-4B3F-85CD-4AC94A304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0" name="Text Box 2050">
            <a:extLst>
              <a:ext uri="{FF2B5EF4-FFF2-40B4-BE49-F238E27FC236}">
                <a16:creationId xmlns:a16="http://schemas.microsoft.com/office/drawing/2014/main" xmlns="" id="{1B0C3439-B9E5-410F-9C96-7A3D3A2F5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525" y="1280733"/>
            <a:ext cx="23363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(‘Beijing’)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4">
            <a:extLst>
              <a:ext uri="{FF2B5EF4-FFF2-40B4-BE49-F238E27FC236}">
                <a16:creationId xmlns:a16="http://schemas.microsoft.com/office/drawing/2014/main" xmlns="" id="{A89AC82B-31A6-489C-BD08-4631B6DAA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25204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字符数组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52" name="Text Box 10">
            <a:extLst>
              <a:ext uri="{FF2B5EF4-FFF2-40B4-BE49-F238E27FC236}">
                <a16:creationId xmlns:a16="http://schemas.microsoft.com/office/drawing/2014/main" xmlns="" id="{58EB2771-C282-4AA8-A2EE-23267B014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603" y="819068"/>
            <a:ext cx="34137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1.3 </a:t>
            </a:r>
            <a:r>
              <a:rPr lang="zh-CN" altLang="en-US" sz="2400" b="1" kern="0" dirty="0">
                <a:solidFill>
                  <a:srgbClr val="C00000"/>
                </a:solidFill>
                <a:latin typeface="+mn-ea"/>
                <a:ea typeface="+mn-ea"/>
              </a:rPr>
              <a:t>字符数组的显示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3" name="Text Box 2050">
            <a:extLst>
              <a:ext uri="{FF2B5EF4-FFF2-40B4-BE49-F238E27FC236}">
                <a16:creationId xmlns:a16="http://schemas.microsoft.com/office/drawing/2014/main" xmlns="" id="{4DEE3801-1FAC-4646-A365-6CD3BA98D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301" y="1742398"/>
            <a:ext cx="23363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(s1)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94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95566E2E-8C4E-4B3D-AD34-BB74A98BF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4" name="Text Box 4">
            <a:extLst>
              <a:ext uri="{FF2B5EF4-FFF2-40B4-BE49-F238E27FC236}">
                <a16:creationId xmlns:a16="http://schemas.microsoft.com/office/drawing/2014/main" xmlns="" id="{CB7D6333-5C51-4D01-A733-5EDC5B9B0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656" y="845708"/>
            <a:ext cx="6050251" cy="862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是为操作和表述需要专门设计的一种数组。用方括号“</a:t>
            </a:r>
            <a:r>
              <a:rPr lang="en-US" altLang="zh-CN" sz="2400" kern="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[ ]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”表示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xmlns="" id="{3F0233B0-D997-459E-BB48-F8340BAE8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1950677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数组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8" name="Text Box 7">
            <a:extLst>
              <a:ext uri="{FF2B5EF4-FFF2-40B4-BE49-F238E27FC236}">
                <a16:creationId xmlns:a16="http://schemas.microsoft.com/office/drawing/2014/main" xmlns="" id="{5C20C39B-B019-4F7A-BA6B-FEECDE2F6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656" y="1743355"/>
            <a:ext cx="51253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注意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不要与全零数组混淆。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9" name="Text Box 7">
            <a:extLst>
              <a:ext uri="{FF2B5EF4-FFF2-40B4-BE49-F238E27FC236}">
                <a16:creationId xmlns:a16="http://schemas.microsoft.com/office/drawing/2014/main" xmlns="" id="{2517B191-2828-4A36-A2D1-64441E949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817" y="2273731"/>
            <a:ext cx="636553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唯一能正确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判断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一个数组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是否为“空”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的指令是</a:t>
            </a:r>
            <a:r>
              <a:rPr lang="en-US" altLang="zh-CN" sz="2400" b="1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isempty</a:t>
            </a:r>
            <a:r>
              <a:rPr lang="zh-CN" altLang="en-US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559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8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810F7F3B-70B5-4866-AF3A-AF85E79C8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5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304</TotalTime>
  <Words>179</Words>
  <Application>Microsoft Office PowerPoint</Application>
  <PresentationFormat>自定义</PresentationFormat>
  <Paragraphs>27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华文楷体</vt:lpstr>
      <vt:lpstr>楷体_GB2312</vt:lpstr>
      <vt:lpstr>宋体</vt:lpstr>
      <vt:lpstr>Arial</vt:lpstr>
      <vt:lpstr>Calibri</vt:lpstr>
      <vt:lpstr>Symbol</vt:lpstr>
      <vt:lpstr>Times New Roman</vt:lpstr>
      <vt:lpstr>视频录制PPT模板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334</cp:revision>
  <dcterms:created xsi:type="dcterms:W3CDTF">2016-01-02T09:31:00Z</dcterms:created>
  <dcterms:modified xsi:type="dcterms:W3CDTF">2019-02-20T08:34:43Z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