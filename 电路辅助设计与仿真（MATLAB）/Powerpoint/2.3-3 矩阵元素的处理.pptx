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6" r:id="rId2"/>
    <p:sldId id="312" r:id="rId3"/>
    <p:sldId id="307" r:id="rId4"/>
    <p:sldId id="313" r:id="rId5"/>
    <p:sldId id="308" r:id="rId6"/>
    <p:sldId id="309" r:id="rId7"/>
    <p:sldId id="315" r:id="rId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07"/>
            <p14:sldId id="313"/>
            <p14:sldId id="308"/>
            <p14:sldId id="309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585621B2-232F-4305-AFE7-BFD7FA42C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800597" y="2375991"/>
            <a:ext cx="3250256" cy="61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矩阵元素的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ea typeface="+mn-ea"/>
              </a:rPr>
              <a:t>处理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2DAB4395-76C2-4E49-8565-10938EE66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80D4E8B4-1D18-452C-BC9F-E2C986FC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BE801DD8-69B4-4D6A-9B04-03254E3B3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4176464" cy="1296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矩阵元素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的取整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矩阵元素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的取模和取余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A5A4096B-22A5-4542-8B11-EBE20B214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8429" y="273597"/>
            <a:ext cx="41303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矩阵元素的取整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="" xmlns:a16="http://schemas.microsoft.com/office/drawing/2014/main" id="{3C4ABC90-7107-463A-B7D5-A6C99CAD1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948" y="880685"/>
            <a:ext cx="36152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-∞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方向取整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floor(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Text Box 4">
            <a:extLst>
              <a:ext uri="{FF2B5EF4-FFF2-40B4-BE49-F238E27FC236}">
                <a16:creationId xmlns="" xmlns:a16="http://schemas.microsoft.com/office/drawing/2014/main" id="{52D008BD-091B-442A-9CD2-F426D6002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895" y="1337944"/>
            <a:ext cx="33804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+∞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方向取整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ceil(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" name="Text Box 4">
            <a:extLst>
              <a:ext uri="{FF2B5EF4-FFF2-40B4-BE49-F238E27FC236}">
                <a16:creationId xmlns="" xmlns:a16="http://schemas.microsoft.com/office/drawing/2014/main" id="{C85DACA6-326D-4C17-B005-6FA7DA813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895" y="1825066"/>
            <a:ext cx="33804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四舍五入取整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round(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Text Box 4">
            <a:extLst>
              <a:ext uri="{FF2B5EF4-FFF2-40B4-BE49-F238E27FC236}">
                <a16:creationId xmlns="" xmlns:a16="http://schemas.microsoft.com/office/drawing/2014/main" id="{FC8BB854-F801-42D9-8D3C-1D6483D7C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2303983"/>
            <a:ext cx="31958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</a:rPr>
              <a:t>截尾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取整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fi</a:t>
            </a:r>
            <a:r>
              <a:rPr lang="en-US" altLang="zh-CN" sz="2400" kern="0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Rectangle 9">
            <a:extLst>
              <a:ext uri="{FF2B5EF4-FFF2-40B4-BE49-F238E27FC236}">
                <a16:creationId xmlns="" xmlns:a16="http://schemas.microsoft.com/office/drawing/2014/main" id="{1328439A-FA04-4DCC-9C7A-F87A3F1C9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394" y="2312188"/>
            <a:ext cx="2040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去掉小数部分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8" grpId="0"/>
      <p:bldP spid="30" grpId="0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73A2F0D9-B14D-4F0F-8229-6A93912C6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30" name="Text Box 13">
            <a:extLst>
              <a:ext uri="{FF2B5EF4-FFF2-40B4-BE49-F238E27FC236}">
                <a16:creationId xmlns="" xmlns:a16="http://schemas.microsoft.com/office/drawing/2014/main" id="{2E17C715-10B7-4817-AE8B-5E8E27ADB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939" y="1511895"/>
            <a:ext cx="42430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 [2.3 2.7;</a:t>
            </a:r>
            <a:r>
              <a:rPr lang="en-US" altLang="zh-CN" sz="24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2.3 </a:t>
            </a:r>
            <a:r>
              <a:rPr lang="en-US" altLang="zh-CN" sz="24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2.7]</a:t>
            </a:r>
          </a:p>
        </p:txBody>
      </p:sp>
      <p:sp>
        <p:nvSpPr>
          <p:cNvPr id="32" name="Text Box 1024">
            <a:extLst>
              <a:ext uri="{FF2B5EF4-FFF2-40B4-BE49-F238E27FC236}">
                <a16:creationId xmlns="" xmlns:a16="http://schemas.microsoft.com/office/drawing/2014/main" id="{7DB392E7-332D-4447-8BFB-F47BC9B56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90" y="919276"/>
            <a:ext cx="15174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2.3-5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="" xmlns:a16="http://schemas.microsoft.com/office/drawing/2014/main" id="{73F7D24F-4BBC-4D87-B057-B217514CF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73597"/>
            <a:ext cx="41303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矩阵元素的取整</a:t>
            </a:r>
          </a:p>
        </p:txBody>
      </p:sp>
      <p:sp>
        <p:nvSpPr>
          <p:cNvPr id="35" name="Text Box 13">
            <a:extLst>
              <a:ext uri="{FF2B5EF4-FFF2-40B4-BE49-F238E27FC236}">
                <a16:creationId xmlns="" xmlns:a16="http://schemas.microsoft.com/office/drawing/2014/main" id="{B1F195E5-C643-42A4-B594-9AB922D2C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939" y="1987971"/>
            <a:ext cx="23708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A_f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=floor(A)</a:t>
            </a:r>
          </a:p>
        </p:txBody>
      </p:sp>
      <p:sp>
        <p:nvSpPr>
          <p:cNvPr id="36" name="Text Box 13">
            <a:extLst>
              <a:ext uri="{FF2B5EF4-FFF2-40B4-BE49-F238E27FC236}">
                <a16:creationId xmlns="" xmlns:a16="http://schemas.microsoft.com/office/drawing/2014/main" id="{552AC7BD-0367-4181-AD5C-BACCD74AC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057" y="2404044"/>
            <a:ext cx="23708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A_c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=ceil(A)</a:t>
            </a:r>
          </a:p>
        </p:txBody>
      </p:sp>
      <p:sp>
        <p:nvSpPr>
          <p:cNvPr id="37" name="Text Box 13">
            <a:extLst>
              <a:ext uri="{FF2B5EF4-FFF2-40B4-BE49-F238E27FC236}">
                <a16:creationId xmlns="" xmlns:a16="http://schemas.microsoft.com/office/drawing/2014/main" id="{E1FCF452-BADF-406F-98E0-BE5605C33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939" y="2820117"/>
            <a:ext cx="23708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A_r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=round(A)</a:t>
            </a:r>
          </a:p>
        </p:txBody>
      </p:sp>
      <p:sp>
        <p:nvSpPr>
          <p:cNvPr id="38" name="Text Box 13">
            <a:extLst>
              <a:ext uri="{FF2B5EF4-FFF2-40B4-BE49-F238E27FC236}">
                <a16:creationId xmlns="" xmlns:a16="http://schemas.microsoft.com/office/drawing/2014/main" id="{0C9F1059-A7CB-4815-A888-438E4578C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1460" y="3242823"/>
            <a:ext cx="23708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A_x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=fix(A)</a:t>
            </a:r>
          </a:p>
        </p:txBody>
      </p:sp>
    </p:spTree>
    <p:extLst>
      <p:ext uri="{BB962C8B-B14F-4D97-AF65-F5344CB8AC3E}">
        <p14:creationId xmlns:p14="http://schemas.microsoft.com/office/powerpoint/2010/main" val="2465649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61A79B35-42D0-4766-8EDC-B0F872AF3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40" name="Rectangle 2">
            <a:extLst>
              <a:ext uri="{FF2B5EF4-FFF2-40B4-BE49-F238E27FC236}">
                <a16:creationId xmlns="" xmlns:a16="http://schemas.microsoft.com/office/drawing/2014/main" id="{521384D5-FBDC-422B-AADF-AB8AFBE2B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294" y="287759"/>
            <a:ext cx="41303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矩阵元素的取模和取余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3AD5A8D1-1421-4210-861C-311019D76E8D}"/>
              </a:ext>
            </a:extLst>
          </p:cNvPr>
          <p:cNvGrpSpPr/>
          <p:nvPr/>
        </p:nvGrpSpPr>
        <p:grpSpPr>
          <a:xfrm>
            <a:off x="873948" y="880685"/>
            <a:ext cx="1574722" cy="918924"/>
            <a:chOff x="873948" y="880685"/>
            <a:chExt cx="1574722" cy="918924"/>
          </a:xfrm>
        </p:grpSpPr>
        <p:sp>
          <p:nvSpPr>
            <p:cNvPr id="41" name="Text Box 4">
              <a:extLst>
                <a:ext uri="{FF2B5EF4-FFF2-40B4-BE49-F238E27FC236}">
                  <a16:creationId xmlns="" xmlns:a16="http://schemas.microsoft.com/office/drawing/2014/main" id="{EFBDFEF9-6F22-403D-A068-E0929CDFB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948" y="880685"/>
              <a:ext cx="15747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mod( </a:t>
              </a:r>
              <a:r>
                <a:rPr lang="en-US" altLang="zh-CN" sz="2400" dirty="0" err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x,y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">
              <a:extLst>
                <a:ext uri="{FF2B5EF4-FFF2-40B4-BE49-F238E27FC236}">
                  <a16:creationId xmlns="" xmlns:a16="http://schemas.microsoft.com/office/drawing/2014/main" id="{E32E138B-B87A-4A1B-9A5C-207DF5ECE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895" y="1337944"/>
              <a:ext cx="155277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rem( </a:t>
              </a:r>
              <a:r>
                <a:rPr lang="en-US" altLang="zh-CN" sz="2400" dirty="0" err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x,y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Rectangle 9">
            <a:extLst>
              <a:ext uri="{FF2B5EF4-FFF2-40B4-BE49-F238E27FC236}">
                <a16:creationId xmlns="" xmlns:a16="http://schemas.microsoft.com/office/drawing/2014/main" id="{A9CB58B1-B7B0-4C2A-BFFD-F0723172C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358" y="1830995"/>
            <a:ext cx="5987799" cy="211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32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均为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取余函数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，区别在于：当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的正负号相同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时，两个函数的结果相同，均为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除以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的余数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当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的正负号不同时，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rem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函数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结果的符号与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相同，而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mod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函数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结果的符号与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相同。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="" xmlns:a16="http://schemas.microsoft.com/office/drawing/2014/main" id="{15217456-FD15-4B9A-86DB-B602094EE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7578" y="971385"/>
            <a:ext cx="9361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取模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="" xmlns:a16="http://schemas.microsoft.com/office/drawing/2014/main" id="{D559648C-185A-4ED2-B505-B8C10AAF1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3447" y="1396359"/>
            <a:ext cx="9361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取余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B1A40A46-BFFD-4964-B46A-BD0FAAFC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9" name="Text Box 0">
            <a:extLst>
              <a:ext uri="{FF2B5EF4-FFF2-40B4-BE49-F238E27FC236}">
                <a16:creationId xmlns="" xmlns:a16="http://schemas.microsoft.com/office/drawing/2014/main" id="{EEA99936-9E72-49E1-AD82-97075A076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479" y="1390576"/>
            <a:ext cx="22033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a1=mod(8,3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" name="Text Box 1024">
            <a:extLst>
              <a:ext uri="{FF2B5EF4-FFF2-40B4-BE49-F238E27FC236}">
                <a16:creationId xmlns="" xmlns:a16="http://schemas.microsoft.com/office/drawing/2014/main" id="{B95AF46E-23E1-445D-AC8D-ACDB9433B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89" y="919276"/>
            <a:ext cx="14414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2.3-6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Rectangle 2">
            <a:extLst>
              <a:ext uri="{FF2B5EF4-FFF2-40B4-BE49-F238E27FC236}">
                <a16:creationId xmlns="" xmlns:a16="http://schemas.microsoft.com/office/drawing/2014/main" id="{EFC812B4-2C77-4BDE-8A0A-A90D0FB8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294" y="287759"/>
            <a:ext cx="41303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矩阵元素的取模和取余</a:t>
            </a:r>
          </a:p>
        </p:txBody>
      </p:sp>
      <p:sp>
        <p:nvSpPr>
          <p:cNvPr id="38" name="Text Box 0">
            <a:extLst>
              <a:ext uri="{FF2B5EF4-FFF2-40B4-BE49-F238E27FC236}">
                <a16:creationId xmlns="" xmlns:a16="http://schemas.microsoft.com/office/drawing/2014/main" id="{B395DF75-4942-4241-B34F-36F43C1E9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479" y="1788494"/>
            <a:ext cx="23473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a2=mod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8,3)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9" name="Text Box 0">
            <a:extLst>
              <a:ext uri="{FF2B5EF4-FFF2-40B4-BE49-F238E27FC236}">
                <a16:creationId xmlns="" xmlns:a16="http://schemas.microsoft.com/office/drawing/2014/main" id="{BC0A7F5C-424D-45AA-965A-D04836653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8413" y="2165475"/>
            <a:ext cx="2356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a3=mod(8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0" name="Text Box 0">
            <a:extLst>
              <a:ext uri="{FF2B5EF4-FFF2-40B4-BE49-F238E27FC236}">
                <a16:creationId xmlns="" xmlns:a16="http://schemas.microsoft.com/office/drawing/2014/main" id="{F330F673-35BB-475E-A983-D2E0809FE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347" y="2540792"/>
            <a:ext cx="23654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a4=mod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8,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5" name="Text Box 0">
            <a:extLst>
              <a:ext uri="{FF2B5EF4-FFF2-40B4-BE49-F238E27FC236}">
                <a16:creationId xmlns="" xmlns:a16="http://schemas.microsoft.com/office/drawing/2014/main" id="{6B98F89B-BBDA-4080-B9C4-FC23C886A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6681" y="2898570"/>
            <a:ext cx="25021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a5=rem(8,3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6" name="Text Box 0">
            <a:extLst>
              <a:ext uri="{FF2B5EF4-FFF2-40B4-BE49-F238E27FC236}">
                <a16:creationId xmlns="" xmlns:a16="http://schemas.microsoft.com/office/drawing/2014/main" id="{A1EA9509-F3D1-43F3-AE77-560F5A6E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6681" y="3296488"/>
            <a:ext cx="25021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a6=rem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8,3)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" name="Text Box 0">
            <a:extLst>
              <a:ext uri="{FF2B5EF4-FFF2-40B4-BE49-F238E27FC236}">
                <a16:creationId xmlns="" xmlns:a16="http://schemas.microsoft.com/office/drawing/2014/main" id="{B1341E8E-65C4-4112-8D2F-8C96D377B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615" y="3673469"/>
            <a:ext cx="19123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a7=rem(8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" name="Text Box 0">
            <a:extLst>
              <a:ext uri="{FF2B5EF4-FFF2-40B4-BE49-F238E27FC236}">
                <a16:creationId xmlns="" xmlns:a16="http://schemas.microsoft.com/office/drawing/2014/main" id="{397CFDBD-D0EC-4A9F-BB6C-F5C9EF343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49" y="4048786"/>
            <a:ext cx="2520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a8=rem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8,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5689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573968D4-FE38-4B19-AA1A-D0D3E6441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37212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281</TotalTime>
  <Words>228</Words>
  <Application>Microsoft Office PowerPoint</Application>
  <PresentationFormat>自定义</PresentationFormat>
  <Paragraphs>33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331</cp:revision>
  <dcterms:created xsi:type="dcterms:W3CDTF">2016-01-02T09:31:00Z</dcterms:created>
  <dcterms:modified xsi:type="dcterms:W3CDTF">2019-02-20T09:38:33Z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