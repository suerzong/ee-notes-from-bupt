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6" r:id="rId2"/>
    <p:sldId id="312" r:id="rId3"/>
    <p:sldId id="313" r:id="rId4"/>
    <p:sldId id="314" r:id="rId5"/>
    <p:sldId id="307" r:id="rId6"/>
    <p:sldId id="315" r:id="rId7"/>
    <p:sldId id="316" r:id="rId8"/>
    <p:sldId id="308" r:id="rId9"/>
    <p:sldId id="310" r:id="rId1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  <p14:sldId id="315"/>
            <p14:sldId id="316"/>
            <p14:sldId id="308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6" d="100"/>
          <a:sy n="76" d="100"/>
        </p:scale>
        <p:origin x="720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B6A9DC1A-99E5-40A7-A3B9-2676A9FA4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16621" y="2303983"/>
            <a:ext cx="352839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基本二维曲线绘制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DD954237-B60E-47FA-B3F4-80ACA7626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9361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plot(y)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altLang="zh-C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4804E4C9-47DC-48A5-9EB4-062B4212A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plot(y)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="" xmlns:a16="http://schemas.microsoft.com/office/drawing/2014/main" id="{BBBD6708-18BF-41EC-AD6B-EF1AE34E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829046"/>
            <a:ext cx="5400599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可以是向量、实数矩阵或复数向量。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="" xmlns:a16="http://schemas.microsoft.com/office/drawing/2014/main" id="{98961A25-313B-463D-AA8E-CE40ADDAB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1429041"/>
            <a:ext cx="5976664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是向量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：绘制以向量索引为横坐标、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以向量元素值为纵坐标的图形。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="" xmlns:a16="http://schemas.microsoft.com/office/drawing/2014/main" id="{2EB73202-713C-4D8B-A2E9-43709FA15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2310773"/>
            <a:ext cx="5976664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是实数矩阵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：绘制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的列向量对其坐标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索引的图形。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9930BA98-9588-49A5-90C4-3BC5A19A70F3}"/>
              </a:ext>
            </a:extLst>
          </p:cNvPr>
          <p:cNvGrpSpPr/>
          <p:nvPr/>
        </p:nvGrpSpPr>
        <p:grpSpPr>
          <a:xfrm>
            <a:off x="901075" y="3140430"/>
            <a:ext cx="5868074" cy="925301"/>
            <a:chOff x="901075" y="3140430"/>
            <a:chExt cx="5868074" cy="925301"/>
          </a:xfrm>
        </p:grpSpPr>
        <p:sp>
          <p:nvSpPr>
            <p:cNvPr id="11" name="Text Box 4">
              <a:extLst>
                <a:ext uri="{FF2B5EF4-FFF2-40B4-BE49-F238E27FC236}">
                  <a16:creationId xmlns="" xmlns:a16="http://schemas.microsoft.com/office/drawing/2014/main" id="{5B760727-0E6F-42D9-BD74-7D2811142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075" y="3140430"/>
              <a:ext cx="5868074" cy="468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2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kern="0" dirty="0">
                  <a:solidFill>
                    <a:srgbClr val="FF3300"/>
                  </a:solidFill>
                  <a:latin typeface="+mn-ea"/>
                  <a:sym typeface="Symbol" panose="05050102010706020507" pitchFamily="18" charset="2"/>
                </a:rPr>
                <a:t>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zh-CN" altLang="en-US" sz="2400" b="1" dirty="0">
                  <a:solidFill>
                    <a:srgbClr val="0000FF"/>
                  </a:solidFill>
                  <a:latin typeface="+mn-ea"/>
                  <a:ea typeface="+mn-ea"/>
                </a:rPr>
                <a:t>是复数向量</a:t>
              </a:r>
              <a:r>
                <a:rPr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：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119F763C-5FF8-4918-8618-0E5DD74B03B4}"/>
                </a:ext>
              </a:extLst>
            </p:cNvPr>
            <p:cNvSpPr/>
            <p:nvPr/>
          </p:nvSpPr>
          <p:spPr>
            <a:xfrm>
              <a:off x="1547774" y="3604066"/>
              <a:ext cx="48085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plot(y)</a:t>
              </a:r>
              <a:r>
                <a:rPr lang="zh-CN" altLang="en-US" sz="2400" b="1" dirty="0">
                  <a:solidFill>
                    <a:schemeClr val="bg1"/>
                  </a:solidFill>
                  <a:latin typeface="+mn-ea"/>
                </a:rPr>
                <a:t>相当于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plot(real(y),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imag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(y))</a:t>
              </a:r>
              <a:endParaRPr lang="zh-CN" altLang="en-US" sz="2400" dirty="0"/>
            </a:p>
          </p:txBody>
        </p:sp>
      </p:grpSp>
      <p:sp>
        <p:nvSpPr>
          <p:cNvPr id="12" name="Text Box 4">
            <a:extLst>
              <a:ext uri="{FF2B5EF4-FFF2-40B4-BE49-F238E27FC236}">
                <a16:creationId xmlns="" xmlns:a16="http://schemas.microsoft.com/office/drawing/2014/main" id="{2C2E913E-BC93-47FF-A7C5-C9DF84B97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790" y="3931227"/>
            <a:ext cx="504190" cy="127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取实部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="" xmlns:a16="http://schemas.microsoft.com/office/drawing/2014/main" id="{2C71E001-8827-4D95-A7AC-80433AFA6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957" y="3939731"/>
            <a:ext cx="504190" cy="127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取虚部</a:t>
            </a:r>
          </a:p>
        </p:txBody>
      </p: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3E5C5BA6-DFC3-4AE2-B0F4-745EA8F7F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="" xmlns:a16="http://schemas.microsoft.com/office/drawing/2014/main" id="{5F165850-952A-44E6-815F-2BBEB9FD2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plot(y)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3E71AACA-1D85-46A2-993C-BD7B2AEB2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895208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3.1-1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="" xmlns:a16="http://schemas.microsoft.com/office/drawing/2014/main" id="{332A897C-A27D-4C58-8D0E-662D486F9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199" y="1413107"/>
            <a:ext cx="3311525" cy="79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y= 5*(rand(1,10)-.5)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plot(y)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BDEAF424-D54D-4180-A411-FFC6DB09C143}"/>
              </a:ext>
            </a:extLst>
          </p:cNvPr>
          <p:cNvGrpSpPr/>
          <p:nvPr/>
        </p:nvGrpSpPr>
        <p:grpSpPr>
          <a:xfrm>
            <a:off x="864493" y="2382952"/>
            <a:ext cx="3669231" cy="1315874"/>
            <a:chOff x="874228" y="2517843"/>
            <a:chExt cx="3669231" cy="1315874"/>
          </a:xfrm>
        </p:grpSpPr>
        <p:sp>
          <p:nvSpPr>
            <p:cNvPr id="18" name="Text Box 4">
              <a:extLst>
                <a:ext uri="{FF2B5EF4-FFF2-40B4-BE49-F238E27FC236}">
                  <a16:creationId xmlns="" xmlns:a16="http://schemas.microsoft.com/office/drawing/2014/main" id="{681DC5CD-E3BE-43EE-9315-55C8A82DF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228" y="2517843"/>
              <a:ext cx="1512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3.1-2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9" name="Text Box 13">
              <a:extLst>
                <a:ext uri="{FF2B5EF4-FFF2-40B4-BE49-F238E27FC236}">
                  <a16:creationId xmlns="" xmlns:a16="http://schemas.microsoft.com/office/drawing/2014/main" id="{E77254C4-C90D-4318-B669-649442049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934" y="3035742"/>
              <a:ext cx="3311525" cy="79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 [0 1 2;2 3 4;5 6 7]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plot(y)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FF41042A-51F5-4A67-BC3D-3F07D4259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="" xmlns:a16="http://schemas.microsoft.com/office/drawing/2014/main" id="{9946EAE4-EBA2-44BA-8A60-4F4E077D3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8275" y="87150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="" xmlns:a16="http://schemas.microsoft.com/office/drawing/2014/main" id="{26EC4B85-3DE7-42F2-9243-DEAA9C6A5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829046"/>
            <a:ext cx="3637993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x,y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均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可以是向量和矩阵。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="" xmlns:a16="http://schemas.microsoft.com/office/drawing/2014/main" id="{C2AE7161-C9CE-4EC5-A815-C6B8D26BF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1390665"/>
            <a:ext cx="5976664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x,y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均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是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维向量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：绘制向量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对向量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图形，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为横坐标、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为纵坐标。</a:t>
            </a:r>
          </a:p>
        </p:txBody>
      </p:sp>
      <p:sp>
        <p:nvSpPr>
          <p:cNvPr id="29" name="Text Box 4">
            <a:extLst>
              <a:ext uri="{FF2B5EF4-FFF2-40B4-BE49-F238E27FC236}">
                <a16:creationId xmlns="" xmlns:a16="http://schemas.microsoft.com/office/drawing/2014/main" id="{801D4493-E4C9-4E26-82B3-5BF9EB029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2278014"/>
            <a:ext cx="5976664" cy="123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是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维向量，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是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1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或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矩阵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：在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同一图内绘制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条不同颜色的曲线，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为</a:t>
            </a:r>
            <a:endParaRPr lang="en-US" altLang="zh-CN" sz="2400" b="1" dirty="0">
              <a:solidFill>
                <a:schemeClr val="bg1"/>
              </a:solidFill>
              <a:latin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横坐标、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纵坐标为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矩阵的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个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维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分量。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="" xmlns:a16="http://schemas.microsoft.com/office/drawing/2014/main" id="{BF854BAD-5F06-4C1E-B796-F1F20D4E4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543" y="3522181"/>
            <a:ext cx="5635622" cy="86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在同一图内绘制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条自变量相同的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不同的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曲线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8724062E-47B0-4494-A83C-00066B5DB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="" xmlns:a16="http://schemas.microsoft.com/office/drawing/2014/main" id="{6FD92231-74B5-4D3B-B9C9-10FC1F19C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153" y="87150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="" xmlns:a16="http://schemas.microsoft.com/office/drawing/2014/main" id="{72311BA4-6EAF-43D5-B58C-EC83C5D6A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935831"/>
            <a:ext cx="5760640" cy="123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,y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是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1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矩阵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：在同一图内绘制 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n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条不同颜色的曲线，以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对应列分量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为横坐标、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对应列分量为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纵坐标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71CF1D20-2EB4-4D60-AAFC-A3E318A2E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="" xmlns:a16="http://schemas.microsoft.com/office/drawing/2014/main" id="{A4F9BD00-C898-4F2E-A0F9-A9A16612C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153" y="87150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988C45DD-7200-44BA-B9C5-5AE19E7F84B3}"/>
              </a:ext>
            </a:extLst>
          </p:cNvPr>
          <p:cNvGrpSpPr/>
          <p:nvPr/>
        </p:nvGrpSpPr>
        <p:grpSpPr>
          <a:xfrm>
            <a:off x="864493" y="856282"/>
            <a:ext cx="3096344" cy="1738930"/>
            <a:chOff x="864493" y="856282"/>
            <a:chExt cx="3096344" cy="1738930"/>
          </a:xfrm>
        </p:grpSpPr>
        <p:sp>
          <p:nvSpPr>
            <p:cNvPr id="20" name="Text Box 1">
              <a:extLst>
                <a:ext uri="{FF2B5EF4-FFF2-40B4-BE49-F238E27FC236}">
                  <a16:creationId xmlns="" xmlns:a16="http://schemas.microsoft.com/office/drawing/2014/main" id="{194F2343-E898-4D7E-8432-5C6C6D490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557" y="1356090"/>
              <a:ext cx="2520280" cy="1239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x=0:0.1:10;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 sin(2*x);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plot(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x,y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1" name="Text Box 4">
              <a:extLst>
                <a:ext uri="{FF2B5EF4-FFF2-40B4-BE49-F238E27FC236}">
                  <a16:creationId xmlns="" xmlns:a16="http://schemas.microsoft.com/office/drawing/2014/main" id="{E9DD2F37-DE75-47CB-AC8D-620255B9E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493" y="856282"/>
              <a:ext cx="1512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3.1-3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ACF8059C-3F4A-492A-B756-9BC048DF8327}"/>
              </a:ext>
            </a:extLst>
          </p:cNvPr>
          <p:cNvGrpSpPr/>
          <p:nvPr/>
        </p:nvGrpSpPr>
        <p:grpSpPr>
          <a:xfrm>
            <a:off x="828523" y="2793703"/>
            <a:ext cx="4247718" cy="1741320"/>
            <a:chOff x="828523" y="2793703"/>
            <a:chExt cx="4247718" cy="1741320"/>
          </a:xfrm>
        </p:grpSpPr>
        <p:sp>
          <p:nvSpPr>
            <p:cNvPr id="22" name="Text Box 1">
              <a:extLst>
                <a:ext uri="{FF2B5EF4-FFF2-40B4-BE49-F238E27FC236}">
                  <a16:creationId xmlns="" xmlns:a16="http://schemas.microsoft.com/office/drawing/2014/main" id="{B8877065-00C4-4C8B-952D-E14E9BD01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557" y="3295901"/>
              <a:ext cx="3635684" cy="1239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x=0:0.1:10;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y=[sin(x)+2;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cos(x)+1]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plot(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x,y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3" name="Text Box 4">
              <a:extLst>
                <a:ext uri="{FF2B5EF4-FFF2-40B4-BE49-F238E27FC236}">
                  <a16:creationId xmlns="" xmlns:a16="http://schemas.microsoft.com/office/drawing/2014/main" id="{589DABD0-6324-4454-908F-3E90B7637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523" y="2793703"/>
              <a:ext cx="1512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3.1-4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06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8CE1EFC8-E4BE-40DD-B426-A08199E09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5" name="Text Box 3">
            <a:extLst>
              <a:ext uri="{FF2B5EF4-FFF2-40B4-BE49-F238E27FC236}">
                <a16:creationId xmlns="" xmlns:a16="http://schemas.microsoft.com/office/drawing/2014/main" id="{6E64A787-807B-4705-8088-335237F42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03" y="873889"/>
            <a:ext cx="30394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plot(t,[y1;y2;…])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="" xmlns:a16="http://schemas.microsoft.com/office/drawing/2014/main" id="{107FBEB1-8B00-4CBA-B977-680EA1AB5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153" y="87150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="" xmlns:a16="http://schemas.microsoft.com/office/drawing/2014/main" id="{5220A77B-2B1C-43BE-8C0C-D771C0048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69" y="2719188"/>
            <a:ext cx="2811862" cy="123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plot(t,y1)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hold on</a:t>
            </a:r>
          </a:p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plot(t,y2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r’)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Box 1">
            <a:extLst>
              <a:ext uri="{FF2B5EF4-FFF2-40B4-BE49-F238E27FC236}">
                <a16:creationId xmlns="" xmlns:a16="http://schemas.microsoft.com/office/drawing/2014/main" id="{26256A70-375D-44D7-9777-A594249BC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8829" y="773968"/>
            <a:ext cx="2088232" cy="168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x=0:0.01:10;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y1=sin(x)+2;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y2=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cos(x)+1;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plot(x,[y1;y2])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="" xmlns:a16="http://schemas.microsoft.com/office/drawing/2014/main" id="{7BDB834E-1670-4241-A989-7821927EC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892" y="323761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3.1-5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4" name="Text Box 1">
            <a:extLst>
              <a:ext uri="{FF2B5EF4-FFF2-40B4-BE49-F238E27FC236}">
                <a16:creationId xmlns="" xmlns:a16="http://schemas.microsoft.com/office/drawing/2014/main" id="{EA02B9AD-5B57-4656-9295-5D7114FE4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663" y="2689389"/>
            <a:ext cx="2607454" cy="2562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x=0:0.01:10;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y1=sin(x)+2;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y2=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cos(x)+1;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plot(x,y1)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hold on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plot(x,y2,’r’)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3AB06AA8-D82B-4C2D-A444-5394C02C0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4" name="Text Box 5">
            <a:extLst>
              <a:ext uri="{FF2B5EF4-FFF2-40B4-BE49-F238E27FC236}">
                <a16:creationId xmlns="" xmlns:a16="http://schemas.microsoft.com/office/drawing/2014/main" id="{97D975A9-710A-47D5-BF24-0655D299A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73" y="877888"/>
            <a:ext cx="4482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plot(x1,y1,x2,y2,…,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xn,yn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="" xmlns:a16="http://schemas.microsoft.com/office/drawing/2014/main" id="{32015093-6728-4F7B-89CA-62D97C8A6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153" y="87150"/>
            <a:ext cx="1872208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816C2B4F-905B-48CA-A4BF-3209DEDF4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517" y="1397994"/>
            <a:ext cx="5437588" cy="86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用于在同一图内绘制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横坐标不同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条曲线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="" xmlns:a16="http://schemas.microsoft.com/office/drawing/2014/main" id="{3469D610-6005-4F36-9A41-0E1C27495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557" y="2834090"/>
            <a:ext cx="432048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t1=0:0.2:4*pi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y1=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(-0.1*t1).*sin(t1);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t2=0:0.2:2*pi;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y2=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(-0.5*t2).*sin(5*t2+1);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plot(t1,y1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+k’,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t2,y2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:r’)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="" xmlns:a16="http://schemas.microsoft.com/office/drawing/2014/main" id="{FE77F5EF-2FFE-4106-854B-A0E2810D0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588" y="2318650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3.1-6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425</TotalTime>
  <Words>399</Words>
  <Application>Microsoft Office PowerPoint</Application>
  <PresentationFormat>自定义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PowerPoint 演示文稿</vt:lpstr>
      <vt:lpstr>主要内容</vt:lpstr>
      <vt:lpstr>1. plot(y)</vt:lpstr>
      <vt:lpstr>1. plot(y)</vt:lpstr>
      <vt:lpstr>2. plot(x,y)</vt:lpstr>
      <vt:lpstr>2. plot(x,y)</vt:lpstr>
      <vt:lpstr>2. plot(x,y)</vt:lpstr>
      <vt:lpstr>2. plot(x,y)</vt:lpstr>
      <vt:lpstr>2. plot(x,y)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335</cp:revision>
  <dcterms:created xsi:type="dcterms:W3CDTF">2016-01-02T09:31:00Z</dcterms:created>
  <dcterms:modified xsi:type="dcterms:W3CDTF">2019-02-21T00:54:57Z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