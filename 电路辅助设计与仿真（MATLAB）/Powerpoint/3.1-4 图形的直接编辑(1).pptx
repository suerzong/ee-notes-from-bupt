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06" r:id="rId2"/>
    <p:sldId id="312" r:id="rId3"/>
    <p:sldId id="310" r:id="rId4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7A90BA78-1AA5-46AC-82C1-E08C4F8C5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6581" y="2303983"/>
            <a:ext cx="4392488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图形的直接编辑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B46E1615-61B8-4E5C-8EA7-6F42487A3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1FC51FE4-DB6F-42C8-96D6-C266DDBB1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9442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颜色、标记和线型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坐标轴标注和范围设置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标题和图例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  <a:ea typeface="+mn-ea"/>
              </a:rPr>
              <a:t>标注</a:t>
            </a:r>
            <a:endParaRPr lang="en-US" altLang="zh-CN" sz="2400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保存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98B3D56D-8207-4512-A8B3-2038391E2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520</TotalTime>
  <Words>21</Words>
  <Application>Microsoft Office PowerPoint</Application>
  <PresentationFormat>自定义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华文楷体</vt:lpstr>
      <vt:lpstr>宋体</vt:lpstr>
      <vt:lpstr>Arial</vt:lpstr>
      <vt:lpstr>Calibri</vt:lpstr>
      <vt:lpstr>Times New Roman</vt:lpstr>
      <vt:lpstr>视频录制PPT模板</vt:lpstr>
      <vt:lpstr>PowerPoint 演示文稿</vt:lpstr>
      <vt:lpstr>主要内容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349</cp:revision>
  <dcterms:created xsi:type="dcterms:W3CDTF">2016-01-02T09:31:00Z</dcterms:created>
  <dcterms:modified xsi:type="dcterms:W3CDTF">2019-02-20T06:50:51Z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