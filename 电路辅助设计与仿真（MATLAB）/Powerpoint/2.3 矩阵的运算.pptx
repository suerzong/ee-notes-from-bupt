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6" r:id="rId2"/>
    <p:sldId id="312" r:id="rId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1" d="100"/>
          <a:sy n="71" d="100"/>
        </p:scale>
        <p:origin x="656" y="52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6B626D5-98A9-4C13-A401-FFCF5E4BE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33206" y="2375991"/>
            <a:ext cx="3600400" cy="61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矩阵的运算和操作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C9E4EB1-2BE4-4A02-A3A1-4862A517E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80D4E8B4-1D18-452C-BC9F-E2C986FC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E801DD8-69B4-4D6A-9B04-03254E3B3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544616" cy="180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的算术运算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的关系运算和逻辑运算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矩阵元素的处理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152</TotalTime>
  <Words>20</Words>
  <Application>Microsoft Office PowerPoint</Application>
  <PresentationFormat>自定义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华文楷体</vt:lpstr>
      <vt:lpstr>宋体</vt:lpstr>
      <vt:lpstr>Arial</vt:lpstr>
      <vt:lpstr>Calibri</vt:lpstr>
      <vt:lpstr>Times New Roman</vt:lpstr>
      <vt:lpstr>视频录制PPT模板</vt:lpstr>
      <vt:lpstr>PowerPoint 演示文稿</vt:lpstr>
      <vt:lpstr>主要内容</vt:lpstr>
    </vt:vector>
  </TitlesOfParts>
  <Company>nenu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 </cp:lastModifiedBy>
  <cp:revision>312</cp:revision>
  <dcterms:created xsi:type="dcterms:W3CDTF">2016-01-02T09:31:00Z</dcterms:created>
  <dcterms:modified xsi:type="dcterms:W3CDTF">2019-02-16T08:52:12Z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