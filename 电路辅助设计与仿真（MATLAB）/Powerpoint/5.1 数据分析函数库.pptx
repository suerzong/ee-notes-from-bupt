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306" r:id="rId2"/>
    <p:sldId id="312" r:id="rId3"/>
    <p:sldId id="307" r:id="rId4"/>
    <p:sldId id="315" r:id="rId5"/>
    <p:sldId id="313" r:id="rId6"/>
    <p:sldId id="308" r:id="rId7"/>
    <p:sldId id="314" r:id="rId8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EB009EF-A2E8-4216-A1F2-7D86FF23B7A5}">
          <p14:sldIdLst>
            <p14:sldId id="306"/>
            <p14:sldId id="312"/>
            <p14:sldId id="307"/>
            <p14:sldId id="315"/>
            <p14:sldId id="313"/>
            <p14:sldId id="308"/>
            <p14:sldId id="31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19">
          <p15:clr>
            <a:srgbClr val="A4A3A4"/>
          </p15:clr>
        </p15:guide>
        <p15:guide id="2" pos="36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87801" autoAdjust="0"/>
  </p:normalViewPr>
  <p:slideViewPr>
    <p:cSldViewPr>
      <p:cViewPr varScale="1">
        <p:scale>
          <a:sx n="78" d="100"/>
          <a:sy n="78" d="100"/>
        </p:scale>
        <p:origin x="648" y="114"/>
      </p:cViewPr>
      <p:guideLst>
        <p:guide orient="horz" pos="2019"/>
        <p:guide pos="36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5C4410D-EAF9-42B9-984E-4EE67DF132A3}" type="datetimeFigureOut">
              <a:rPr lang="zh-CN" altLang="en-US"/>
              <a:t>2019/2/21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0A3395D-82F3-4EED-8E26-638FC97C276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6358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C:\Users\Administrator\Desktop\da_副本.pn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002" y="-16499"/>
            <a:ext cx="11530076" cy="29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 descr="C:\Users\Administrator\Desktop\hui_副本.png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00013" y="3045814"/>
            <a:ext cx="2380429" cy="12240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24283" y="4464121"/>
            <a:ext cx="9793764" cy="1389038"/>
          </a:xfrm>
        </p:spPr>
        <p:txBody>
          <a:bodyPr>
            <a:normAutofit/>
          </a:bodyPr>
          <a:lstStyle>
            <a:lvl1pPr>
              <a:defRPr sz="7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84DD567-D43E-48F9-B20C-85EC312AAC5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462" y="360001"/>
            <a:ext cx="10369354" cy="1081087"/>
          </a:xfrm>
        </p:spPr>
        <p:txBody>
          <a:bodyPr/>
          <a:lstStyle>
            <a:lvl1pPr algn="l">
              <a:defRPr sz="3600" b="0" u="none" baseline="0">
                <a:solidFill>
                  <a:schemeClr val="tx1"/>
                </a:solidFill>
                <a:effectLst/>
                <a:uFill>
                  <a:solidFill>
                    <a:srgbClr val="FFC000"/>
                  </a:solidFill>
                </a:uFill>
                <a:latin typeface="Times New Roman" panose="02020603050405020304"/>
                <a:ea typeface="华文楷体" panose="02010600040101010101" pitchFamily="2" charset="-122"/>
                <a:cs typeface="Times New Roman" panose="02020603050405020304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84000"/>
            <a:ext cx="6408000" cy="4276725"/>
          </a:xfrm>
        </p:spPr>
        <p:txBody>
          <a:bodyPr/>
          <a:lstStyle>
            <a:lvl1pPr marL="0" indent="647700" algn="just">
              <a:buFont typeface="+mj-lt"/>
              <a:buNone/>
              <a:defRPr sz="26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 algn="just">
              <a:buFont typeface="+mj-lt"/>
              <a:buNone/>
              <a:defRPr sz="24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914400" indent="0" algn="just">
              <a:buFont typeface="+mj-lt"/>
              <a:buNone/>
              <a:defRPr sz="20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3716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18288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0164" y="4164114"/>
            <a:ext cx="9793764" cy="128703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0164" y="2746575"/>
            <a:ext cx="9793764" cy="1417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D4D482-3A90-4E06-95DA-14FE3E9A2BE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104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57055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40E0C-EA52-4355-9B35-A6ACAD0A2BB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104" y="1450540"/>
            <a:ext cx="5090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104" y="2055057"/>
            <a:ext cx="5090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056" y="1450540"/>
            <a:ext cx="5092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056" y="2055057"/>
            <a:ext cx="5092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DADE3-8C10-45B7-B12D-473A296B17E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58541-795C-4649-981F-3549C783923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3CD5A-743D-4EF5-A682-D567F5C7ECB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106" y="258007"/>
            <a:ext cx="3790683" cy="10980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4811" y="258007"/>
            <a:ext cx="6441160" cy="55306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106" y="1356037"/>
            <a:ext cx="3790683" cy="44326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65B08-2206-487D-9F0D-3641A6A7B82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8407" y="4536122"/>
            <a:ext cx="6913245" cy="53551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8407" y="579017"/>
            <a:ext cx="6913245" cy="388810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8407" y="5071637"/>
            <a:ext cx="6913245" cy="7605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A6EA3F-5B07-4245-A155-B07383B8561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554F6-7D91-4838-9C5E-1FA7CDD2C63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504" y="259509"/>
            <a:ext cx="2592467" cy="55291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104" y="259509"/>
            <a:ext cx="7585366" cy="55291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D7C39-0341-4FF7-8C1D-8CACC1F1A20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576263" y="258763"/>
            <a:ext cx="10369550" cy="1081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76263" y="1511300"/>
            <a:ext cx="10369550" cy="427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76263" y="6005513"/>
            <a:ext cx="2687637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37000" y="6005513"/>
            <a:ext cx="3648075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258175" y="6005513"/>
            <a:ext cx="2687638" cy="3460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6F43104-F69D-49B6-BE1E-A06B1E8B3B7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34057709-3725-4B1B-9DAC-77F761A97F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087041" y="2015951"/>
            <a:ext cx="3672409" cy="136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50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rPr>
              <a:t>数据分析函数库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103C7E07-AB4A-4DD7-BC4B-EA5D3235D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xmlns="" id="{95A68EB1-E30D-441C-AB0C-CE79473895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6461" y="929553"/>
            <a:ext cx="2135485" cy="694655"/>
          </a:xfrm>
        </p:spPr>
        <p:txBody>
          <a:bodyPr/>
          <a:lstStyle/>
          <a:p>
            <a:pPr algn="ctr" eaLnBrk="1" hangingPunct="1"/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主要内容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xmlns="" id="{9D4ADC57-5D88-47B4-83A1-107EDCAA72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493" y="1727919"/>
            <a:ext cx="5184576" cy="151216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64770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6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4572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4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基本的数据分析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sz="2400" kern="0" dirty="0">
                <a:solidFill>
                  <a:srgbClr val="000000"/>
                </a:solidFill>
                <a:latin typeface="+mn-ea"/>
                <a:ea typeface="+mn-ea"/>
              </a:rPr>
              <a:t>用于随机数据分析的函数</a:t>
            </a:r>
            <a:endParaRPr lang="en-US" altLang="zh-CN" sz="2400" kern="0" dirty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/>
            <a:r>
              <a:rPr lang="zh-CN" altLang="en-US" sz="2400" dirty="0">
                <a:solidFill>
                  <a:srgbClr val="000000"/>
                </a:solidFill>
                <a:latin typeface="Arial"/>
                <a:ea typeface="宋体"/>
              </a:rPr>
              <a:t>用于相关分析的函数</a:t>
            </a:r>
          </a:p>
          <a:p>
            <a:pPr eaLnBrk="1" hangingPunct="1"/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8863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B045F72C-FCF8-4BDE-AE6B-E74DC57B95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88429" y="276060"/>
            <a:ext cx="389882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1.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基本的数据分析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785151" y="806123"/>
            <a:ext cx="461073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基本的数据处理功能按列进行。 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xmlns="" id="{96171398-1AF6-4F1C-ABF5-4CADFFADFE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395680"/>
              </p:ext>
            </p:extLst>
          </p:nvPr>
        </p:nvGraphicFramePr>
        <p:xfrm>
          <a:off x="1440557" y="1328583"/>
          <a:ext cx="377507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3672">
                  <a:extLst>
                    <a:ext uri="{9D8B030D-6E8A-4147-A177-3AD203B41FA5}">
                      <a16:colId xmlns:a16="http://schemas.microsoft.com/office/drawing/2014/main" xmlns="" val="23412408"/>
                    </a:ext>
                  </a:extLst>
                </a:gridCol>
                <a:gridCol w="2431407">
                  <a:extLst>
                    <a:ext uri="{9D8B030D-6E8A-4147-A177-3AD203B41FA5}">
                      <a16:colId xmlns:a16="http://schemas.microsoft.com/office/drawing/2014/main" xmlns="" val="23329129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rgbClr val="FFFF00"/>
                          </a:solidFill>
                        </a:rPr>
                        <a:t>函数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rgbClr val="FFFF00"/>
                          </a:solidFill>
                        </a:rPr>
                        <a:t>功能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78159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max( )</a:t>
                      </a:r>
                      <a:endParaRPr lang="zh-CN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求各列最大值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65676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min( )</a:t>
                      </a:r>
                      <a:endParaRPr lang="zh-CN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求各列最小值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92584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mean( )</a:t>
                      </a:r>
                      <a:endParaRPr lang="zh-CN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求各列平均值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93998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sum( )</a:t>
                      </a:r>
                      <a:endParaRPr lang="zh-CN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求各列元素和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01901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std( )</a:t>
                      </a:r>
                      <a:endParaRPr lang="zh-CN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求各列标准差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47218846"/>
                  </a:ext>
                </a:extLst>
              </a:tr>
            </a:tbl>
          </a:graphicData>
        </a:graphic>
      </p:graphicFrame>
      <p:sp>
        <p:nvSpPr>
          <p:cNvPr id="11" name="Text Box 4">
            <a:extLst>
              <a:ext uri="{FF2B5EF4-FFF2-40B4-BE49-F238E27FC236}">
                <a16:creationId xmlns:a16="http://schemas.microsoft.com/office/drawing/2014/main" xmlns="" id="{395A81D8-F13B-486C-8D9B-BB5B0CABE4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425" y="4113245"/>
            <a:ext cx="597666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标准差是指列中</a:t>
            </a:r>
            <a:r>
              <a:rPr lang="en-US" altLang="zh-CN" sz="2400" b="1" i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个元素与该列平均值之差的平方和开方。 </a:t>
            </a:r>
          </a:p>
        </p:txBody>
      </p:sp>
      <p:graphicFrame>
        <p:nvGraphicFramePr>
          <p:cNvPr id="14" name="Object 17">
            <a:extLst>
              <a:ext uri="{FF2B5EF4-FFF2-40B4-BE49-F238E27FC236}">
                <a16:creationId xmlns:a16="http://schemas.microsoft.com/office/drawing/2014/main" xmlns="" id="{DC54CA84-EA2C-4B0A-B74D-6024F8627D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0295940"/>
              </p:ext>
            </p:extLst>
          </p:nvPr>
        </p:nvGraphicFramePr>
        <p:xfrm>
          <a:off x="1240560" y="4867602"/>
          <a:ext cx="49403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Equation" r:id="rId4" imgW="2425680" imgH="393480" progId="Equation.DSMT4">
                  <p:embed/>
                </p:oleObj>
              </mc:Choice>
              <mc:Fallback>
                <p:oleObj name="Equation" r:id="rId4" imgW="2425680" imgH="393480" progId="Equation.DSMT4">
                  <p:embed/>
                  <p:pic>
                    <p:nvPicPr>
                      <p:cNvPr id="2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0560" y="4867602"/>
                        <a:ext cx="4940300" cy="806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750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B045F72C-FCF8-4BDE-AE6B-E74DC57B95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" y="0"/>
            <a:ext cx="11520311" cy="6480175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88429" y="276060"/>
            <a:ext cx="389882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1.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基本的数据分析</a:t>
            </a: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xmlns="" id="{31CCBB87-78DD-4995-8CCE-045ADC2C4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477" y="863823"/>
            <a:ext cx="13020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5.1-1 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371493" y="1456051"/>
            <a:ext cx="554402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data=[49 99 100 63 63 55 56 89 96 60]';</a:t>
            </a: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a=max(data)</a:t>
            </a: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b=min(data)</a:t>
            </a: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m=mean(data)</a:t>
            </a: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s=sum(data)</a:t>
            </a: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c=</a:t>
            </a:r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(data)</a:t>
            </a: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892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xmlns="" id="{92043BA8-C131-478D-A65C-2143804268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" y="0"/>
            <a:ext cx="11520311" cy="648017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xmlns="" id="{5375B7E4-A347-4F85-ADD4-6D4C4E08D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429" y="276060"/>
            <a:ext cx="482453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2.</a:t>
            </a:r>
            <a:r>
              <a:rPr lang="zh-CN" altLang="en-US" sz="2800" b="1" kern="0" dirty="0">
                <a:solidFill>
                  <a:srgbClr val="0000FF"/>
                </a:solidFill>
                <a:latin typeface="+mn-ea"/>
              </a:rPr>
              <a:t>用于随机数据分析的函数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9" name="Text Box 1024">
            <a:extLst>
              <a:ext uri="{FF2B5EF4-FFF2-40B4-BE49-F238E27FC236}">
                <a16:creationId xmlns:a16="http://schemas.microsoft.com/office/drawing/2014/main" xmlns="" id="{97A744E6-0881-4BBD-8A8C-E3BF7BEC18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605" y="846709"/>
            <a:ext cx="1662072" cy="468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rand(</a:t>
            </a:r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m,n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1" name="Text Box 1025">
            <a:extLst>
              <a:ext uri="{FF2B5EF4-FFF2-40B4-BE49-F238E27FC236}">
                <a16:creationId xmlns:a16="http://schemas.microsoft.com/office/drawing/2014/main" xmlns="" id="{87338524-4CE1-4CD6-8291-18C2C0C60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606" y="1779112"/>
            <a:ext cx="1988322" cy="468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Bef>
                <a:spcPct val="50000"/>
              </a:spcBef>
            </a:pPr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randn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m,n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9781E581-B2DC-46C9-BEB9-438300B43388}"/>
              </a:ext>
            </a:extLst>
          </p:cNvPr>
          <p:cNvGrpSpPr/>
          <p:nvPr/>
        </p:nvGrpSpPr>
        <p:grpSpPr>
          <a:xfrm>
            <a:off x="880742" y="2735363"/>
            <a:ext cx="3749461" cy="1346507"/>
            <a:chOff x="858605" y="2691555"/>
            <a:chExt cx="3749461" cy="1346507"/>
          </a:xfrm>
        </p:grpSpPr>
        <p:sp>
          <p:nvSpPr>
            <p:cNvPr id="12" name="Text Box 13">
              <a:extLst>
                <a:ext uri="{FF2B5EF4-FFF2-40B4-BE49-F238E27FC236}">
                  <a16:creationId xmlns:a16="http://schemas.microsoft.com/office/drawing/2014/main" xmlns="" id="{C181D8D7-873C-40D2-AC5F-4581318DDB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541" y="3240087"/>
              <a:ext cx="3311525" cy="7979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ts val="2000"/>
                </a:lnSpc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y= 5*(</a:t>
              </a:r>
              <a:r>
                <a:rPr lang="en-US" altLang="zh-CN" sz="2400" b="1" dirty="0" err="1" smtClean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randn</a:t>
              </a:r>
              <a:r>
                <a:rPr lang="en-US" altLang="zh-CN" sz="2400" b="1" dirty="0" smtClean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(1,10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)-.5)</a:t>
              </a:r>
            </a:p>
            <a:p>
              <a:pPr>
                <a:lnSpc>
                  <a:spcPts val="2000"/>
                </a:lnSpc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plot(y)</a:t>
              </a:r>
              <a:endPara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xmlns="" id="{31CCBB87-78DD-4995-8CCE-045ADC2C47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8605" y="2691555"/>
              <a:ext cx="130203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ea typeface="+mn-ea"/>
                  <a:sym typeface="Symbol" panose="05050102010706020507" pitchFamily="18" charset="2"/>
                </a:rPr>
                <a:t>例</a:t>
              </a:r>
              <a:r>
                <a:rPr kumimoji="0" lang="en-US" altLang="zh-CN" sz="2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ea typeface="+mn-ea"/>
                  <a:sym typeface="Symbol" panose="05050102010706020507" pitchFamily="18" charset="2"/>
                </a:rPr>
                <a:t>5.1-2 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sp>
        <p:nvSpPr>
          <p:cNvPr id="14" name="Text Box 1024">
            <a:extLst>
              <a:ext uri="{FF2B5EF4-FFF2-40B4-BE49-F238E27FC236}">
                <a16:creationId xmlns:a16="http://schemas.microsoft.com/office/drawing/2014/main" xmlns="" id="{665CD07E-4401-4328-A654-FEE453C174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2911" y="904498"/>
            <a:ext cx="4503207" cy="878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</a:rPr>
              <a:t>产生在</a:t>
            </a:r>
            <a:r>
              <a:rPr lang="en-US" altLang="zh-CN" sz="2400" b="1" dirty="0">
                <a:solidFill>
                  <a:srgbClr val="000000"/>
                </a:solidFill>
                <a:latin typeface="+mn-ea"/>
                <a:ea typeface="+mn-ea"/>
              </a:rPr>
              <a:t>0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~</a:t>
            </a:r>
            <a:r>
              <a:rPr lang="en-US" altLang="zh-CN" sz="2400" b="1" dirty="0">
                <a:solidFill>
                  <a:srgbClr val="000000"/>
                </a:solidFill>
                <a:latin typeface="+mn-ea"/>
                <a:ea typeface="+mn-ea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</a:rPr>
              <a:t>之间均匀分布的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</a:rPr>
              <a:t>行、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</a:rPr>
              <a:t>列随机数矩阵。</a:t>
            </a:r>
          </a:p>
        </p:txBody>
      </p:sp>
      <p:sp>
        <p:nvSpPr>
          <p:cNvPr id="15" name="Text Box 1025">
            <a:extLst>
              <a:ext uri="{FF2B5EF4-FFF2-40B4-BE49-F238E27FC236}">
                <a16:creationId xmlns:a16="http://schemas.microsoft.com/office/drawing/2014/main" xmlns="" id="{88711F9D-B945-4090-B76D-6C6CED8A06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0677" y="1847037"/>
            <a:ext cx="4503207" cy="862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</a:rPr>
              <a:t>产生正态分布的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</a:rPr>
              <a:t>行、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</a:rPr>
              <a:t>列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</a:rPr>
              <a:t>随机数矩阵，均值为</a:t>
            </a:r>
            <a:r>
              <a:rPr lang="en-US" altLang="zh-CN" sz="2400" b="1" dirty="0">
                <a:solidFill>
                  <a:srgbClr val="000000"/>
                </a:solidFill>
                <a:latin typeface="+mn-ea"/>
                <a:ea typeface="+mn-ea"/>
              </a:rPr>
              <a:t>0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</a:rPr>
              <a:t>，标准差为</a:t>
            </a:r>
            <a:r>
              <a:rPr lang="en-US" altLang="zh-CN" sz="2400" b="1" dirty="0">
                <a:solidFill>
                  <a:srgbClr val="000000"/>
                </a:solidFill>
                <a:latin typeface="+mn-ea"/>
                <a:ea typeface="+mn-ea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675246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89699BEE-8763-48B4-A46A-025473F919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7" name="Text Box 0"/>
          <p:cNvSpPr txBox="1">
            <a:spLocks noChangeArrowheads="1"/>
          </p:cNvSpPr>
          <p:nvPr/>
        </p:nvSpPr>
        <p:spPr bwMode="auto">
          <a:xfrm>
            <a:off x="873558" y="963977"/>
            <a:ext cx="20791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corrcoef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Rectangle 1025"/>
          <p:cNvSpPr>
            <a:spLocks noChangeArrowheads="1"/>
          </p:cNvSpPr>
          <p:nvPr/>
        </p:nvSpPr>
        <p:spPr bwMode="auto">
          <a:xfrm>
            <a:off x="433070" y="350340"/>
            <a:ext cx="379302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</a:rPr>
              <a:t>3.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</a:rPr>
              <a:t>用于相关分析的函数</a:t>
            </a:r>
          </a:p>
        </p:txBody>
      </p:sp>
      <p:sp>
        <p:nvSpPr>
          <p:cNvPr id="10" name="Text Box 1026"/>
          <p:cNvSpPr txBox="1">
            <a:spLocks noChangeArrowheads="1"/>
          </p:cNvSpPr>
          <p:nvPr/>
        </p:nvSpPr>
        <p:spPr bwMode="auto">
          <a:xfrm>
            <a:off x="873558" y="1506508"/>
            <a:ext cx="1379519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5" name="Text Box 0">
            <a:extLst>
              <a:ext uri="{FF2B5EF4-FFF2-40B4-BE49-F238E27FC236}">
                <a16:creationId xmlns:a16="http://schemas.microsoft.com/office/drawing/2014/main" xmlns="" id="{3FE4FC60-1B19-4C11-A691-460202356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1948" y="997610"/>
            <a:ext cx="43204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计算两个向量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的相关系数</a:t>
            </a:r>
          </a:p>
        </p:txBody>
      </p:sp>
      <p:sp>
        <p:nvSpPr>
          <p:cNvPr id="16" name="Text Box 1026">
            <a:extLst>
              <a:ext uri="{FF2B5EF4-FFF2-40B4-BE49-F238E27FC236}">
                <a16:creationId xmlns:a16="http://schemas.microsoft.com/office/drawing/2014/main" xmlns="" id="{ABA2A0C6-5D80-46D2-AC06-1AD9BAF49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8265" y="1583325"/>
            <a:ext cx="338437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计算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的协方差矩阵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C76D67FD-8951-43F1-BE70-26FD7832DD27}"/>
              </a:ext>
            </a:extLst>
          </p:cNvPr>
          <p:cNvGrpSpPr/>
          <p:nvPr/>
        </p:nvGrpSpPr>
        <p:grpSpPr>
          <a:xfrm>
            <a:off x="873558" y="2662016"/>
            <a:ext cx="2799248" cy="1761062"/>
            <a:chOff x="873558" y="2662016"/>
            <a:chExt cx="2799248" cy="1761062"/>
          </a:xfrm>
        </p:grpSpPr>
        <p:sp>
          <p:nvSpPr>
            <p:cNvPr id="17" name="Text Box 13">
              <a:extLst>
                <a:ext uri="{FF2B5EF4-FFF2-40B4-BE49-F238E27FC236}">
                  <a16:creationId xmlns:a16="http://schemas.microsoft.com/office/drawing/2014/main" xmlns="" id="{2222431E-BC4D-43C0-8358-EAF1B1D76E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2970" y="3183956"/>
              <a:ext cx="2409836" cy="12391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ts val="2000"/>
                </a:lnSpc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x= rand(1,10)</a:t>
              </a:r>
            </a:p>
            <a:p>
              <a:pPr>
                <a:lnSpc>
                  <a:spcPts val="2000"/>
                </a:lnSpc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y= rand(1,10)</a:t>
              </a:r>
            </a:p>
            <a:p>
              <a:pPr>
                <a:lnSpc>
                  <a:spcPts val="2000"/>
                </a:lnSpc>
                <a:spcBef>
                  <a:spcPct val="50000"/>
                </a:spcBef>
              </a:pPr>
              <a:r>
                <a:rPr lang="en-US" altLang="zh-CN" sz="2400" b="1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corrcoef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en-US" altLang="zh-CN" sz="2400" b="1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x,y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endPara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8" name="Text Box 4">
              <a:extLst>
                <a:ext uri="{FF2B5EF4-FFF2-40B4-BE49-F238E27FC236}">
                  <a16:creationId xmlns:a16="http://schemas.microsoft.com/office/drawing/2014/main" xmlns="" id="{5843C23F-3B3D-4390-BCBE-150E4F6BFB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3558" y="2662016"/>
              <a:ext cx="130203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ea typeface="+mn-ea"/>
                  <a:sym typeface="Symbol" panose="05050102010706020507" pitchFamily="18" charset="2"/>
                </a:rPr>
                <a:t>例</a:t>
              </a:r>
              <a:r>
                <a:rPr kumimoji="0" lang="en-US" altLang="zh-CN" sz="2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ea typeface="+mn-ea"/>
                  <a:sym typeface="Symbol" panose="05050102010706020507" pitchFamily="18" charset="2"/>
                </a:rPr>
                <a:t>5.1-3 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9942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78850A66-8DA6-4D8C-9476-B276ED1E93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060816"/>
      </p:ext>
    </p:extLst>
  </p:cSld>
  <p:clrMapOvr>
    <a:masterClrMapping/>
  </p:clrMapOvr>
</p:sld>
</file>

<file path=ppt/theme/theme1.xml><?xml version="1.0" encoding="utf-8"?>
<a:theme xmlns:a="http://schemas.openxmlformats.org/drawingml/2006/main" name="视频录制PPT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视频录制PPT模板</Template>
  <TotalTime>418</TotalTime>
  <Words>207</Words>
  <Application>Microsoft Office PowerPoint</Application>
  <PresentationFormat>自定义</PresentationFormat>
  <Paragraphs>45</Paragraphs>
  <Slides>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华文楷体</vt:lpstr>
      <vt:lpstr>宋体</vt:lpstr>
      <vt:lpstr>Arial</vt:lpstr>
      <vt:lpstr>Calibri</vt:lpstr>
      <vt:lpstr>Symbol</vt:lpstr>
      <vt:lpstr>Times New Roman</vt:lpstr>
      <vt:lpstr>视频录制PPT模板</vt:lpstr>
      <vt:lpstr>Equation</vt:lpstr>
      <vt:lpstr>PowerPoint 演示文稿</vt:lpstr>
      <vt:lpstr>主要内容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nenu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dbpu</dc:creator>
  <cp:lastModifiedBy>Windows 用户</cp:lastModifiedBy>
  <cp:revision>313</cp:revision>
  <dcterms:created xsi:type="dcterms:W3CDTF">2016-01-02T09:31:00Z</dcterms:created>
  <dcterms:modified xsi:type="dcterms:W3CDTF">2019-02-21T02:36:15Z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2052-10.1.0.6030</vt:lpwstr>
  </property>
</Properties>
</file>