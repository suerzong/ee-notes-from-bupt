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vsd" ContentType="application/vnd.visio"/>
  <Default Extension="emf" ContentType="image/x-emf"/>
  <Default Extension="wmf" ContentType="image/x-w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0"/>
  </p:notesMasterIdLst>
  <p:sldIdLst>
    <p:sldId id="306" r:id="rId2"/>
    <p:sldId id="312" r:id="rId3"/>
    <p:sldId id="313" r:id="rId4"/>
    <p:sldId id="308" r:id="rId5"/>
    <p:sldId id="314" r:id="rId6"/>
    <p:sldId id="315" r:id="rId7"/>
    <p:sldId id="316" r:id="rId8"/>
    <p:sldId id="317" r:id="rId9"/>
  </p:sldIdLst>
  <p:sldSz cx="11522075" cy="6480175"/>
  <p:notesSz cx="6858000" cy="9144000"/>
  <p:defaultTextStyle>
    <a:defPPr>
      <a:defRPr lang="zh-CN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默认节" id="{7EB009EF-A2E8-4216-A1F2-7D86FF23B7A5}">
          <p14:sldIdLst>
            <p14:sldId id="306"/>
            <p14:sldId id="312"/>
            <p14:sldId id="313"/>
            <p14:sldId id="308"/>
            <p14:sldId id="314"/>
            <p14:sldId id="315"/>
            <p14:sldId id="316"/>
            <p14:sldId id="317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019">
          <p15:clr>
            <a:srgbClr val="A4A3A4"/>
          </p15:clr>
        </p15:guide>
        <p15:guide id="2" pos="3628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66"/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309" autoAdjust="0"/>
    <p:restoredTop sz="87801" autoAdjust="0"/>
  </p:normalViewPr>
  <p:slideViewPr>
    <p:cSldViewPr>
      <p:cViewPr varScale="1">
        <p:scale>
          <a:sx n="78" d="100"/>
          <a:sy n="78" d="100"/>
        </p:scale>
        <p:origin x="486" y="114"/>
      </p:cViewPr>
      <p:guideLst>
        <p:guide orient="horz" pos="2019"/>
        <p:guide pos="362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drawings/_rels/vmlDrawing1.vml.rels><?xml version="1.0" encoding="UTF-8" standalone="yes"?>
<Relationships xmlns="http://schemas.openxmlformats.org/package/2006/relationships"><Relationship Id="rId8" Type="http://schemas.openxmlformats.org/officeDocument/2006/relationships/image" Target="../media/image11.wmf"/><Relationship Id="rId3" Type="http://schemas.openxmlformats.org/officeDocument/2006/relationships/image" Target="../media/image6.wmf"/><Relationship Id="rId7" Type="http://schemas.openxmlformats.org/officeDocument/2006/relationships/image" Target="../media/image10.wmf"/><Relationship Id="rId2" Type="http://schemas.openxmlformats.org/officeDocument/2006/relationships/image" Target="../media/image5.wmf"/><Relationship Id="rId1" Type="http://schemas.openxmlformats.org/officeDocument/2006/relationships/image" Target="../media/image4.emf"/><Relationship Id="rId6" Type="http://schemas.openxmlformats.org/officeDocument/2006/relationships/image" Target="../media/image9.wmf"/><Relationship Id="rId5" Type="http://schemas.openxmlformats.org/officeDocument/2006/relationships/image" Target="../media/image8.wmf"/><Relationship Id="rId10" Type="http://schemas.openxmlformats.org/officeDocument/2006/relationships/image" Target="../media/image13.emf"/><Relationship Id="rId4" Type="http://schemas.openxmlformats.org/officeDocument/2006/relationships/image" Target="../media/image7.wmf"/><Relationship Id="rId9" Type="http://schemas.openxmlformats.org/officeDocument/2006/relationships/image" Target="../media/image12.emf"/></Relationships>
</file>

<file path=ppt/drawings/_rels/vmlDrawing2.vml.rels><?xml version="1.0" encoding="UTF-8" standalone="yes"?>
<Relationships xmlns="http://schemas.openxmlformats.org/package/2006/relationships"><Relationship Id="rId3" Type="http://schemas.openxmlformats.org/officeDocument/2006/relationships/image" Target="../media/image16.wmf"/><Relationship Id="rId7" Type="http://schemas.openxmlformats.org/officeDocument/2006/relationships/image" Target="../media/image20.wmf"/><Relationship Id="rId2" Type="http://schemas.openxmlformats.org/officeDocument/2006/relationships/image" Target="../media/image15.wmf"/><Relationship Id="rId1" Type="http://schemas.openxmlformats.org/officeDocument/2006/relationships/image" Target="../media/image14.emf"/><Relationship Id="rId6" Type="http://schemas.openxmlformats.org/officeDocument/2006/relationships/image" Target="../media/image19.wmf"/><Relationship Id="rId5" Type="http://schemas.openxmlformats.org/officeDocument/2006/relationships/image" Target="../media/image18.wmf"/><Relationship Id="rId4" Type="http://schemas.openxmlformats.org/officeDocument/2006/relationships/image" Target="../media/image17.wmf"/></Relationships>
</file>

<file path=ppt/drawings/_rels/vmlDrawing3.vml.rels><?xml version="1.0" encoding="UTF-8" standalone="yes"?>
<Relationships xmlns="http://schemas.openxmlformats.org/package/2006/relationships"><Relationship Id="rId3" Type="http://schemas.openxmlformats.org/officeDocument/2006/relationships/image" Target="../media/image23.wmf"/><Relationship Id="rId2" Type="http://schemas.openxmlformats.org/officeDocument/2006/relationships/image" Target="../media/image22.emf"/><Relationship Id="rId1" Type="http://schemas.openxmlformats.org/officeDocument/2006/relationships/image" Target="../media/image21.emf"/><Relationship Id="rId5" Type="http://schemas.openxmlformats.org/officeDocument/2006/relationships/image" Target="../media/image25.wmf"/><Relationship Id="rId4" Type="http://schemas.openxmlformats.org/officeDocument/2006/relationships/image" Target="../media/image24.wmf"/></Relationships>
</file>

<file path=ppt/drawings/_rels/vmlDrawing4.vml.rels><?xml version="1.0" encoding="UTF-8" standalone="yes"?>
<Relationships xmlns="http://schemas.openxmlformats.org/package/2006/relationships"><Relationship Id="rId2" Type="http://schemas.openxmlformats.org/officeDocument/2006/relationships/image" Target="../media/image26.emf"/><Relationship Id="rId1" Type="http://schemas.openxmlformats.org/officeDocument/2006/relationships/image" Target="../media/image22.emf"/></Relationships>
</file>

<file path=ppt/drawings/_rels/vmlDrawing5.vml.rels><?xml version="1.0" encoding="UTF-8" standalone="yes"?>
<Relationships xmlns="http://schemas.openxmlformats.org/package/2006/relationships"><Relationship Id="rId3" Type="http://schemas.openxmlformats.org/officeDocument/2006/relationships/image" Target="../media/image29.emf"/><Relationship Id="rId2" Type="http://schemas.openxmlformats.org/officeDocument/2006/relationships/image" Target="../media/image28.wmf"/><Relationship Id="rId1" Type="http://schemas.openxmlformats.org/officeDocument/2006/relationships/image" Target="../media/image27.emf"/><Relationship Id="rId5" Type="http://schemas.openxmlformats.org/officeDocument/2006/relationships/image" Target="../media/image30.wmf"/><Relationship Id="rId4" Type="http://schemas.openxmlformats.org/officeDocument/2006/relationships/image" Target="../media/image23.wmf"/></Relationships>
</file>

<file path=ppt/drawings/_rels/vmlDrawing6.vml.rels><?xml version="1.0" encoding="UTF-8" standalone="yes"?>
<Relationships xmlns="http://schemas.openxmlformats.org/package/2006/relationships"><Relationship Id="rId3" Type="http://schemas.openxmlformats.org/officeDocument/2006/relationships/image" Target="../media/image33.wmf"/><Relationship Id="rId2" Type="http://schemas.openxmlformats.org/officeDocument/2006/relationships/image" Target="../media/image32.wmf"/><Relationship Id="rId1" Type="http://schemas.openxmlformats.org/officeDocument/2006/relationships/image" Target="../media/image31.emf"/><Relationship Id="rId4" Type="http://schemas.openxmlformats.org/officeDocument/2006/relationships/image" Target="../media/image34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C5C4410D-EAF9-42B9-984E-4EE67DF132A3}" type="datetimeFigureOut">
              <a:rPr lang="zh-CN" altLang="en-US"/>
              <a:t>2019/4/9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CN" altLang="en-US" noProof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sz="1200">
                <a:latin typeface="Calibri" panose="020F050202020403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50A3395D-82F3-4EED-8E26-638FC97C2763}" type="slidenum">
              <a:rPr lang="zh-CN" altLang="en-US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5163588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1.xml"/><Relationship Id="rId4" Type="http://schemas.openxmlformats.org/officeDocument/2006/relationships/image" Target="../media/image2.png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3" descr="C:\Users\Administrator\Desktop\da_副本.png"/>
          <p:cNvPicPr>
            <a:picLocks noChangeAspect="1" noChangeArrowheads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8002" y="-16499"/>
            <a:ext cx="11530076" cy="2956580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2" descr="C:\Users\Administrator\Desktop\hui_副本.png"/>
          <p:cNvPicPr>
            <a:picLocks noChangeAspect="1" noChangeArrowheads="1"/>
          </p:cNvPicPr>
          <p:nvPr userDrawn="1"/>
        </p:nvPicPr>
        <p:blipFill>
          <a:blip r:embed="rId4" cstate="print">
            <a:duotone>
              <a:schemeClr val="bg2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4400013" y="3045814"/>
            <a:ext cx="2380429" cy="1224033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224283" y="4464121"/>
            <a:ext cx="9793764" cy="1389038"/>
          </a:xfrm>
        </p:spPr>
        <p:txBody>
          <a:bodyPr>
            <a:normAutofit/>
          </a:bodyPr>
          <a:lstStyle>
            <a:lvl1pPr>
              <a:defRPr sz="7200" b="1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楷体" panose="02010600040101010101" pitchFamily="2" charset="-122"/>
                <a:ea typeface="华文楷体" panose="02010600040101010101" pitchFamily="2" charset="-122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fld id="{184DD567-D43E-48F9-B20C-85EC312AAC57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76462" y="360001"/>
            <a:ext cx="10369354" cy="1081087"/>
          </a:xfrm>
        </p:spPr>
        <p:txBody>
          <a:bodyPr/>
          <a:lstStyle>
            <a:lvl1pPr algn="l">
              <a:defRPr sz="3600" b="0" u="none" baseline="0">
                <a:solidFill>
                  <a:schemeClr val="tx1"/>
                </a:solidFill>
                <a:effectLst/>
                <a:uFill>
                  <a:solidFill>
                    <a:srgbClr val="FFC000"/>
                  </a:solidFill>
                </a:uFill>
                <a:latin typeface="Times New Roman" panose="02020603050405020304"/>
                <a:ea typeface="华文楷体" panose="02010600040101010101" pitchFamily="2" charset="-122"/>
                <a:cs typeface="Times New Roman" panose="02020603050405020304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76263" y="1584000"/>
            <a:ext cx="6408000" cy="4276725"/>
          </a:xfrm>
        </p:spPr>
        <p:txBody>
          <a:bodyPr/>
          <a:lstStyle>
            <a:lvl1pPr marL="0" indent="647700" algn="just">
              <a:buFont typeface="+mj-lt"/>
              <a:buNone/>
              <a:defRPr sz="2600" b="1">
                <a:solidFill>
                  <a:schemeClr val="tx1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</a:defRPr>
            </a:lvl1pPr>
            <a:lvl2pPr marL="457200" indent="0" algn="just">
              <a:buFont typeface="+mj-lt"/>
              <a:buNone/>
              <a:defRPr sz="2400" b="1">
                <a:solidFill>
                  <a:schemeClr val="tx1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</a:defRPr>
            </a:lvl2pPr>
            <a:lvl3pPr marL="914400" indent="0" algn="just">
              <a:buFont typeface="+mj-lt"/>
              <a:buNone/>
              <a:defRPr sz="2000" b="1">
                <a:solidFill>
                  <a:schemeClr val="tx1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</a:defRPr>
            </a:lvl3pPr>
            <a:lvl4pPr marL="1371600" indent="0" algn="just">
              <a:buFont typeface="+mj-lt"/>
              <a:buNone/>
              <a:defRPr b="1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楷体" panose="02010600040101010101" pitchFamily="2" charset="-122"/>
                <a:ea typeface="华文楷体" panose="02010600040101010101" pitchFamily="2" charset="-122"/>
              </a:defRPr>
            </a:lvl4pPr>
            <a:lvl5pPr marL="1828800" indent="0" algn="just">
              <a:buFont typeface="+mj-lt"/>
              <a:buNone/>
              <a:defRPr b="1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楷体" panose="02010600040101010101" pitchFamily="2" charset="-122"/>
                <a:ea typeface="华文楷体" panose="02010600040101010101" pitchFamily="2" charset="-122"/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10164" y="4164114"/>
            <a:ext cx="9793764" cy="128703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10164" y="2746575"/>
            <a:ext cx="9793764" cy="1417538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7D4D482-3A90-4E06-95DA-14FE3E9A2BEC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576104" y="1512041"/>
            <a:ext cx="5088916" cy="427661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857055" y="1512041"/>
            <a:ext cx="5088916" cy="427661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5D40E0C-EA52-4355-9B35-A6ACAD0A2BB1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576104" y="1450540"/>
            <a:ext cx="5090917" cy="6045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76104" y="2055057"/>
            <a:ext cx="5090917" cy="3733601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5853056" y="1450540"/>
            <a:ext cx="5092917" cy="6045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5853056" y="2055057"/>
            <a:ext cx="5092917" cy="3733601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54DADE3-8C10-45B7-B12D-473A296B17EE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9958541-795C-4649-981F-3549C783923A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1A3CD5A-743D-4EF5-A682-D567F5C7ECB0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76106" y="258007"/>
            <a:ext cx="3790683" cy="109803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04811" y="258007"/>
            <a:ext cx="6441160" cy="553065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576106" y="1356037"/>
            <a:ext cx="3790683" cy="443262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4A65B08-2206-487D-9F0D-3641A6A7B82A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258407" y="4536122"/>
            <a:ext cx="6913245" cy="535515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258407" y="579017"/>
            <a:ext cx="6913245" cy="3888105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zh-CN" altLang="en-US" noProof="0"/>
              <a:t>单击图标添加图片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258407" y="5071637"/>
            <a:ext cx="6913245" cy="76052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BA6EA3F-5B07-4245-A155-B07383B8561C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0B554F6-7D91-4838-9C5E-1FA7CDD2C63D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353504" y="259509"/>
            <a:ext cx="2592467" cy="5529149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576104" y="259509"/>
            <a:ext cx="7585366" cy="5529149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2ED7C39-0341-4FF7-8C1D-8CACC1F1A20B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tx1">
                <a:lumMod val="95000"/>
              </a:schemeClr>
            </a:gs>
            <a:gs pos="74000">
              <a:schemeClr val="accent3">
                <a:lumMod val="45000"/>
                <a:lumOff val="55000"/>
              </a:schemeClr>
            </a:gs>
            <a:gs pos="83000">
              <a:schemeClr val="accent3">
                <a:lumMod val="45000"/>
                <a:lumOff val="55000"/>
              </a:schemeClr>
            </a:gs>
            <a:gs pos="100000">
              <a:schemeClr val="accent3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占位符 1"/>
          <p:cNvSpPr>
            <a:spLocks noGrp="1"/>
          </p:cNvSpPr>
          <p:nvPr>
            <p:ph type="title"/>
          </p:nvPr>
        </p:nvSpPr>
        <p:spPr bwMode="auto">
          <a:xfrm>
            <a:off x="576263" y="258763"/>
            <a:ext cx="10369550" cy="1081087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7" name="文本占位符 2"/>
          <p:cNvSpPr>
            <a:spLocks noGrp="1"/>
          </p:cNvSpPr>
          <p:nvPr>
            <p:ph type="body" idx="1"/>
          </p:nvPr>
        </p:nvSpPr>
        <p:spPr bwMode="auto">
          <a:xfrm>
            <a:off x="576263" y="1511300"/>
            <a:ext cx="10369550" cy="427672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576263" y="6005513"/>
            <a:ext cx="2687637" cy="3460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937000" y="6005513"/>
            <a:ext cx="3648075" cy="3460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258175" y="6005513"/>
            <a:ext cx="2687638" cy="34607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 algn="r" eaLnBrk="1" hangingPunct="1">
              <a:defRPr sz="1200">
                <a:solidFill>
                  <a:srgbClr val="898989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A6F43104-F69D-49B6-BE1E-A06B1E8B3B70}" type="slidenum">
              <a:rPr lang="zh-CN" altLang="en-US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.bin"/><Relationship Id="rId13" Type="http://schemas.openxmlformats.org/officeDocument/2006/relationships/image" Target="../media/image8.wmf"/><Relationship Id="rId18" Type="http://schemas.openxmlformats.org/officeDocument/2006/relationships/oleObject" Target="../embeddings/oleObject8.bin"/><Relationship Id="rId3" Type="http://schemas.openxmlformats.org/officeDocument/2006/relationships/image" Target="../media/image3.jpg"/><Relationship Id="rId21" Type="http://schemas.openxmlformats.org/officeDocument/2006/relationships/image" Target="../media/image12.emf"/><Relationship Id="rId7" Type="http://schemas.openxmlformats.org/officeDocument/2006/relationships/image" Target="../media/image5.wmf"/><Relationship Id="rId12" Type="http://schemas.openxmlformats.org/officeDocument/2006/relationships/oleObject" Target="../embeddings/oleObject5.bin"/><Relationship Id="rId17" Type="http://schemas.openxmlformats.org/officeDocument/2006/relationships/image" Target="../media/image10.wmf"/><Relationship Id="rId2" Type="http://schemas.openxmlformats.org/officeDocument/2006/relationships/slideLayout" Target="../slideLayouts/slideLayout2.xml"/><Relationship Id="rId16" Type="http://schemas.openxmlformats.org/officeDocument/2006/relationships/oleObject" Target="../embeddings/oleObject7.bin"/><Relationship Id="rId20" Type="http://schemas.openxmlformats.org/officeDocument/2006/relationships/oleObject" Target="../embeddings/oleObject9.bin"/><Relationship Id="rId1" Type="http://schemas.openxmlformats.org/officeDocument/2006/relationships/vmlDrawing" Target="../drawings/vmlDrawing1.vml"/><Relationship Id="rId6" Type="http://schemas.openxmlformats.org/officeDocument/2006/relationships/oleObject" Target="../embeddings/oleObject2.bin"/><Relationship Id="rId11" Type="http://schemas.openxmlformats.org/officeDocument/2006/relationships/image" Target="../media/image7.wmf"/><Relationship Id="rId5" Type="http://schemas.openxmlformats.org/officeDocument/2006/relationships/image" Target="../media/image4.emf"/><Relationship Id="rId15" Type="http://schemas.openxmlformats.org/officeDocument/2006/relationships/image" Target="../media/image9.wmf"/><Relationship Id="rId23" Type="http://schemas.openxmlformats.org/officeDocument/2006/relationships/image" Target="../media/image13.emf"/><Relationship Id="rId10" Type="http://schemas.openxmlformats.org/officeDocument/2006/relationships/oleObject" Target="../embeddings/oleObject4.bin"/><Relationship Id="rId19" Type="http://schemas.openxmlformats.org/officeDocument/2006/relationships/image" Target="../media/image11.wmf"/><Relationship Id="rId4" Type="http://schemas.openxmlformats.org/officeDocument/2006/relationships/oleObject" Target="../embeddings/oleObject1.bin"/><Relationship Id="rId9" Type="http://schemas.openxmlformats.org/officeDocument/2006/relationships/image" Target="../media/image6.wmf"/><Relationship Id="rId14" Type="http://schemas.openxmlformats.org/officeDocument/2006/relationships/oleObject" Target="../embeddings/oleObject6.bin"/><Relationship Id="rId22" Type="http://schemas.openxmlformats.org/officeDocument/2006/relationships/oleObject" Target="../embeddings/oleObject10.bin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3.bin"/><Relationship Id="rId13" Type="http://schemas.openxmlformats.org/officeDocument/2006/relationships/image" Target="../media/image18.wmf"/><Relationship Id="rId3" Type="http://schemas.openxmlformats.org/officeDocument/2006/relationships/image" Target="../media/image3.jpg"/><Relationship Id="rId7" Type="http://schemas.openxmlformats.org/officeDocument/2006/relationships/image" Target="../media/image15.wmf"/><Relationship Id="rId12" Type="http://schemas.openxmlformats.org/officeDocument/2006/relationships/oleObject" Target="../embeddings/oleObject15.bin"/><Relationship Id="rId17" Type="http://schemas.openxmlformats.org/officeDocument/2006/relationships/image" Target="../media/image20.wmf"/><Relationship Id="rId2" Type="http://schemas.openxmlformats.org/officeDocument/2006/relationships/slideLayout" Target="../slideLayouts/slideLayout2.xml"/><Relationship Id="rId16" Type="http://schemas.openxmlformats.org/officeDocument/2006/relationships/oleObject" Target="../embeddings/oleObject17.bin"/><Relationship Id="rId1" Type="http://schemas.openxmlformats.org/officeDocument/2006/relationships/vmlDrawing" Target="../drawings/vmlDrawing2.vml"/><Relationship Id="rId6" Type="http://schemas.openxmlformats.org/officeDocument/2006/relationships/oleObject" Target="../embeddings/oleObject12.bin"/><Relationship Id="rId11" Type="http://schemas.openxmlformats.org/officeDocument/2006/relationships/image" Target="../media/image17.wmf"/><Relationship Id="rId5" Type="http://schemas.openxmlformats.org/officeDocument/2006/relationships/image" Target="../media/image14.emf"/><Relationship Id="rId15" Type="http://schemas.openxmlformats.org/officeDocument/2006/relationships/image" Target="../media/image19.wmf"/><Relationship Id="rId10" Type="http://schemas.openxmlformats.org/officeDocument/2006/relationships/oleObject" Target="../embeddings/oleObject14.bin"/><Relationship Id="rId4" Type="http://schemas.openxmlformats.org/officeDocument/2006/relationships/oleObject" Target="../embeddings/oleObject11.bin"/><Relationship Id="rId9" Type="http://schemas.openxmlformats.org/officeDocument/2006/relationships/image" Target="../media/image16.wmf"/><Relationship Id="rId14" Type="http://schemas.openxmlformats.org/officeDocument/2006/relationships/oleObject" Target="../embeddings/oleObject16.bin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0.bin"/><Relationship Id="rId13" Type="http://schemas.openxmlformats.org/officeDocument/2006/relationships/image" Target="../media/image25.wmf"/><Relationship Id="rId3" Type="http://schemas.openxmlformats.org/officeDocument/2006/relationships/image" Target="../media/image3.jpg"/><Relationship Id="rId7" Type="http://schemas.openxmlformats.org/officeDocument/2006/relationships/image" Target="../media/image22.emf"/><Relationship Id="rId12" Type="http://schemas.openxmlformats.org/officeDocument/2006/relationships/oleObject" Target="../embeddings/oleObject22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6" Type="http://schemas.openxmlformats.org/officeDocument/2006/relationships/oleObject" Target="../embeddings/oleObject19.bin"/><Relationship Id="rId11" Type="http://schemas.openxmlformats.org/officeDocument/2006/relationships/image" Target="../media/image24.wmf"/><Relationship Id="rId5" Type="http://schemas.openxmlformats.org/officeDocument/2006/relationships/image" Target="../media/image21.emf"/><Relationship Id="rId10" Type="http://schemas.openxmlformats.org/officeDocument/2006/relationships/oleObject" Target="../embeddings/oleObject21.bin"/><Relationship Id="rId4" Type="http://schemas.openxmlformats.org/officeDocument/2006/relationships/oleObject" Target="../embeddings/oleObject18.bin"/><Relationship Id="rId9" Type="http://schemas.openxmlformats.org/officeDocument/2006/relationships/image" Target="../media/image23.wm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7" Type="http://schemas.openxmlformats.org/officeDocument/2006/relationships/image" Target="../media/image26.e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.vml"/><Relationship Id="rId6" Type="http://schemas.openxmlformats.org/officeDocument/2006/relationships/oleObject" Target="../embeddings/oleObject24.bin"/><Relationship Id="rId5" Type="http://schemas.openxmlformats.org/officeDocument/2006/relationships/image" Target="../media/image22.emf"/><Relationship Id="rId4" Type="http://schemas.openxmlformats.org/officeDocument/2006/relationships/oleObject" Target="../embeddings/oleObject23.bin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7.bin"/><Relationship Id="rId13" Type="http://schemas.openxmlformats.org/officeDocument/2006/relationships/image" Target="../media/image30.wmf"/><Relationship Id="rId3" Type="http://schemas.openxmlformats.org/officeDocument/2006/relationships/image" Target="../media/image3.jpg"/><Relationship Id="rId7" Type="http://schemas.openxmlformats.org/officeDocument/2006/relationships/image" Target="../media/image28.wmf"/><Relationship Id="rId12" Type="http://schemas.openxmlformats.org/officeDocument/2006/relationships/oleObject" Target="../embeddings/oleObject29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.vml"/><Relationship Id="rId6" Type="http://schemas.openxmlformats.org/officeDocument/2006/relationships/oleObject" Target="../embeddings/oleObject26.bin"/><Relationship Id="rId11" Type="http://schemas.openxmlformats.org/officeDocument/2006/relationships/image" Target="../media/image23.wmf"/><Relationship Id="rId5" Type="http://schemas.openxmlformats.org/officeDocument/2006/relationships/image" Target="../media/image27.emf"/><Relationship Id="rId10" Type="http://schemas.openxmlformats.org/officeDocument/2006/relationships/oleObject" Target="../embeddings/oleObject28.bin"/><Relationship Id="rId4" Type="http://schemas.openxmlformats.org/officeDocument/2006/relationships/oleObject" Target="../embeddings/oleObject25.bin"/><Relationship Id="rId9" Type="http://schemas.openxmlformats.org/officeDocument/2006/relationships/image" Target="../media/image29.emf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1.bin"/><Relationship Id="rId3" Type="http://schemas.openxmlformats.org/officeDocument/2006/relationships/image" Target="../media/image3.jpg"/><Relationship Id="rId7" Type="http://schemas.openxmlformats.org/officeDocument/2006/relationships/image" Target="../media/image32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6.vml"/><Relationship Id="rId6" Type="http://schemas.openxmlformats.org/officeDocument/2006/relationships/oleObject" Target="../embeddings/oleObject30.bin"/><Relationship Id="rId11" Type="http://schemas.openxmlformats.org/officeDocument/2006/relationships/image" Target="../media/image34.emf"/><Relationship Id="rId5" Type="http://schemas.openxmlformats.org/officeDocument/2006/relationships/image" Target="../media/image31.emf"/><Relationship Id="rId10" Type="http://schemas.openxmlformats.org/officeDocument/2006/relationships/oleObject" Target="../embeddings/oleObject32.bin"/><Relationship Id="rId4" Type="http://schemas.openxmlformats.org/officeDocument/2006/relationships/oleObject" Target="../embeddings/Microsoft_Visio_2003-2010___1.vsd"/><Relationship Id="rId9" Type="http://schemas.openxmlformats.org/officeDocument/2006/relationships/image" Target="../media/image33.w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>
            <a:extLst>
              <a:ext uri="{FF2B5EF4-FFF2-40B4-BE49-F238E27FC236}">
                <a16:creationId xmlns="" xmlns:a16="http://schemas.microsoft.com/office/drawing/2014/main" id="{FD369242-55B6-4D27-96E6-FF28C88F8AE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2" y="0"/>
            <a:ext cx="11520311" cy="6480175"/>
          </a:xfrm>
          <a:prstGeom prst="rect">
            <a:avLst/>
          </a:prstGeom>
        </p:spPr>
      </p:pic>
      <p:sp>
        <p:nvSpPr>
          <p:cNvPr id="5" name="Rectangle 2"/>
          <p:cNvSpPr txBox="1">
            <a:spLocks noChangeArrowheads="1"/>
          </p:cNvSpPr>
          <p:nvPr/>
        </p:nvSpPr>
        <p:spPr bwMode="auto">
          <a:xfrm>
            <a:off x="1420929" y="2231975"/>
            <a:ext cx="4320480" cy="1368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500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3200" b="1" i="0" u="none" strike="noStrike" kern="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MATLAB</a:t>
            </a:r>
            <a:r>
              <a:rPr kumimoji="0" lang="zh-CN" altLang="en-US" sz="3200" b="1" i="0" u="none" strike="noStrike" kern="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ea typeface="+mn-ea"/>
              </a:rPr>
              <a:t>在直流电阻电路分析中的应用</a:t>
            </a:r>
            <a:endParaRPr kumimoji="0" lang="zh-CN" altLang="en-US" sz="3200" b="1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ea"/>
              <a:ea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>
            <a:extLst>
              <a:ext uri="{FF2B5EF4-FFF2-40B4-BE49-F238E27FC236}">
                <a16:creationId xmlns="" xmlns:a16="http://schemas.microsoft.com/office/drawing/2014/main" id="{E5AC3296-66FB-44BE-8DDA-C4953861344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2" y="0"/>
            <a:ext cx="11520311" cy="6480175"/>
          </a:xfrm>
          <a:prstGeom prst="rect">
            <a:avLst/>
          </a:prstGeom>
        </p:spPr>
      </p:pic>
      <p:sp>
        <p:nvSpPr>
          <p:cNvPr id="20" name="Rectangle 2">
            <a:extLst>
              <a:ext uri="{FF2B5EF4-FFF2-40B4-BE49-F238E27FC236}">
                <a16:creationId xmlns="" xmlns:a16="http://schemas.microsoft.com/office/drawing/2014/main" id="{0CDA53FC-3D2F-4A84-8401-2D5A1F9BCCE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78048" y="919537"/>
            <a:ext cx="2135485" cy="694655"/>
          </a:xfrm>
        </p:spPr>
        <p:txBody>
          <a:bodyPr/>
          <a:lstStyle/>
          <a:p>
            <a:pPr algn="ctr" eaLnBrk="1" hangingPunct="1"/>
            <a:r>
              <a:rPr lang="zh-CN" altLang="en-US" sz="2800" b="1" dirty="0">
                <a:solidFill>
                  <a:srgbClr val="0000FF"/>
                </a:solidFill>
                <a:latin typeface="+mn-ea"/>
                <a:ea typeface="+mn-ea"/>
              </a:rPr>
              <a:t>主要内容</a:t>
            </a:r>
            <a:endParaRPr lang="en-US" altLang="zh-CN" sz="2800" b="1" dirty="0">
              <a:solidFill>
                <a:srgbClr val="0000FF"/>
              </a:solidFill>
              <a:latin typeface="+mn-ea"/>
              <a:ea typeface="+mn-ea"/>
            </a:endParaRPr>
          </a:p>
        </p:txBody>
      </p:sp>
      <p:sp>
        <p:nvSpPr>
          <p:cNvPr id="21" name="Rectangle 3">
            <a:extLst>
              <a:ext uri="{FF2B5EF4-FFF2-40B4-BE49-F238E27FC236}">
                <a16:creationId xmlns="" xmlns:a16="http://schemas.microsoft.com/office/drawing/2014/main" id="{3F92890C-CD8D-4E06-872F-45C3D9BECDE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36501" y="1718179"/>
            <a:ext cx="2448272" cy="151216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marL="0" indent="647700" algn="just" rtl="0" eaLnBrk="0" fontAlgn="base" hangingPunct="0">
              <a:spcBef>
                <a:spcPct val="20000"/>
              </a:spcBef>
              <a:spcAft>
                <a:spcPct val="0"/>
              </a:spcAft>
              <a:buFont typeface="+mj-lt"/>
              <a:buNone/>
              <a:defRPr sz="2600" b="1" kern="1200">
                <a:solidFill>
                  <a:schemeClr val="tx1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defRPr>
            </a:lvl1pPr>
            <a:lvl2pPr marL="457200" indent="0" algn="just" rtl="0" eaLnBrk="0" fontAlgn="base" hangingPunct="0">
              <a:spcBef>
                <a:spcPct val="20000"/>
              </a:spcBef>
              <a:spcAft>
                <a:spcPct val="0"/>
              </a:spcAft>
              <a:buFont typeface="+mj-lt"/>
              <a:buNone/>
              <a:defRPr sz="2400" b="1" kern="1200">
                <a:solidFill>
                  <a:schemeClr val="tx1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defRPr>
            </a:lvl2pPr>
            <a:lvl3pPr marL="914400" indent="0" algn="just" rtl="0" eaLnBrk="0" fontAlgn="base" hangingPunct="0">
              <a:spcBef>
                <a:spcPct val="20000"/>
              </a:spcBef>
              <a:spcAft>
                <a:spcPct val="0"/>
              </a:spcAft>
              <a:buFont typeface="+mj-lt"/>
              <a:buNone/>
              <a:defRPr sz="2000" b="1" kern="1200">
                <a:solidFill>
                  <a:schemeClr val="tx1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defRPr>
            </a:lvl3pPr>
            <a:lvl4pPr marL="1371600" indent="0" algn="just" rtl="0" eaLnBrk="0" fontAlgn="base" hangingPunct="0">
              <a:spcBef>
                <a:spcPct val="20000"/>
              </a:spcBef>
              <a:spcAft>
                <a:spcPct val="0"/>
              </a:spcAft>
              <a:buFont typeface="+mj-lt"/>
              <a:buNone/>
              <a:defRPr sz="2000" b="1" kern="120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defRPr>
            </a:lvl4pPr>
            <a:lvl5pPr marL="1828800" indent="0" algn="just" rtl="0" eaLnBrk="0" fontAlgn="base" hangingPunct="0">
              <a:spcBef>
                <a:spcPct val="20000"/>
              </a:spcBef>
              <a:spcAft>
                <a:spcPct val="0"/>
              </a:spcAft>
              <a:buFont typeface="+mj-lt"/>
              <a:buNone/>
              <a:defRPr sz="2000" b="1" kern="120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400" dirty="0" smtClean="0">
                <a:solidFill>
                  <a:schemeClr val="bg1"/>
                </a:solidFill>
                <a:latin typeface="+mn-ea"/>
                <a:ea typeface="+mn-ea"/>
              </a:rPr>
              <a:t>网孔</a:t>
            </a:r>
            <a:r>
              <a:rPr lang="zh-CN" altLang="en-US" sz="2400" dirty="0">
                <a:solidFill>
                  <a:schemeClr val="bg1"/>
                </a:solidFill>
                <a:latin typeface="+mn-ea"/>
                <a:ea typeface="+mn-ea"/>
              </a:rPr>
              <a:t>分析法</a:t>
            </a:r>
          </a:p>
          <a:p>
            <a:r>
              <a:rPr lang="zh-CN" altLang="en-US" sz="2400" dirty="0">
                <a:solidFill>
                  <a:schemeClr val="bg1"/>
                </a:solidFill>
                <a:latin typeface="+mn-ea"/>
                <a:ea typeface="+mn-ea"/>
              </a:rPr>
              <a:t>节点分析</a:t>
            </a:r>
            <a:r>
              <a:rPr lang="zh-CN" altLang="en-US" sz="2400" dirty="0" smtClean="0">
                <a:solidFill>
                  <a:schemeClr val="bg1"/>
                </a:solidFill>
                <a:latin typeface="+mn-ea"/>
                <a:ea typeface="+mn-ea"/>
              </a:rPr>
              <a:t>法</a:t>
            </a:r>
            <a:endParaRPr lang="en-US" altLang="zh-CN" sz="2400" dirty="0" smtClean="0">
              <a:solidFill>
                <a:schemeClr val="bg1"/>
              </a:solidFill>
              <a:latin typeface="+mn-ea"/>
              <a:ea typeface="+mn-ea"/>
            </a:endParaRPr>
          </a:p>
          <a:p>
            <a:r>
              <a:rPr lang="zh-CN" altLang="en-US" sz="2400" dirty="0">
                <a:solidFill>
                  <a:schemeClr val="bg1"/>
                </a:solidFill>
                <a:latin typeface="+mn-ea"/>
                <a:ea typeface="+mn-ea"/>
              </a:rPr>
              <a:t>戴维南定理</a:t>
            </a:r>
          </a:p>
          <a:p>
            <a:endParaRPr lang="zh-CN" altLang="en-US" sz="2400" dirty="0">
              <a:solidFill>
                <a:schemeClr val="bg1"/>
              </a:solidFill>
            </a:endParaRPr>
          </a:p>
          <a:p>
            <a:pPr lvl="0" indent="0" algn="l" eaLnBrk="1" hangingPunct="1">
              <a:lnSpc>
                <a:spcPct val="90000"/>
              </a:lnSpc>
              <a:buClr>
                <a:srgbClr val="00007D"/>
              </a:buClr>
              <a:buSzPct val="75000"/>
              <a:defRPr/>
            </a:pPr>
            <a:endParaRPr lang="zh-CN" altLang="en-US" sz="2400" kern="0" dirty="0">
              <a:solidFill>
                <a:srgbClr val="000000"/>
              </a:solidFill>
              <a:latin typeface="Arial"/>
              <a:ea typeface="宋体"/>
            </a:endParaRPr>
          </a:p>
          <a:p>
            <a:pPr eaLnBrk="1" hangingPunct="1"/>
            <a:endParaRPr lang="zh-CN" altLang="en-US" sz="2400" dirty="0">
              <a:solidFill>
                <a:schemeClr val="bg1"/>
              </a:solidFill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2188636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图片 11">
            <a:extLst>
              <a:ext uri="{FF2B5EF4-FFF2-40B4-BE49-F238E27FC236}">
                <a16:creationId xmlns="" xmlns:a16="http://schemas.microsoft.com/office/drawing/2014/main" id="{06EC22DE-44BA-4DE5-8041-CF08368D320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2" y="0"/>
            <a:ext cx="11520311" cy="6480175"/>
          </a:xfrm>
          <a:prstGeom prst="rect">
            <a:avLst/>
          </a:prstGeom>
        </p:spPr>
      </p:pic>
      <p:sp>
        <p:nvSpPr>
          <p:cNvPr id="11" name="Rectangle 2">
            <a:extLst>
              <a:ext uri="{FF2B5EF4-FFF2-40B4-BE49-F238E27FC236}">
                <a16:creationId xmlns="" xmlns:a16="http://schemas.microsoft.com/office/drawing/2014/main" id="{11000ABA-7615-4B84-88BC-2D3C47D45F2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88429" y="79876"/>
            <a:ext cx="3600400" cy="754633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1. </a:t>
            </a:r>
            <a:r>
              <a:rPr lang="zh-CN" altLang="en-US" sz="2800" b="1" dirty="0" smtClean="0">
                <a:solidFill>
                  <a:srgbClr val="0000FF"/>
                </a:solidFill>
                <a:latin typeface="+mn-ea"/>
                <a:ea typeface="+mn-ea"/>
              </a:rPr>
              <a:t>网孔分析法</a:t>
            </a:r>
            <a:endParaRPr lang="zh-CN" altLang="en-US" sz="2800" b="1" dirty="0">
              <a:solidFill>
                <a:srgbClr val="0000FF"/>
              </a:solidFill>
              <a:latin typeface="+mn-ea"/>
              <a:ea typeface="+mn-ea"/>
            </a:endParaRPr>
          </a:p>
        </p:txBody>
      </p:sp>
      <p:graphicFrame>
        <p:nvGraphicFramePr>
          <p:cNvPr id="13" name="Object 1024"/>
          <p:cNvGraphicFramePr>
            <a:graphicFrameLocks noGrp="1" noChangeAspect="1"/>
          </p:cNvGraphicFramePr>
          <p:nvPr>
            <p:ph sz="quarter" idx="1"/>
            <p:extLst>
              <p:ext uri="{D42A27DB-BD31-4B8C-83A1-F6EECF244321}">
                <p14:modId xmlns:p14="http://schemas.microsoft.com/office/powerpoint/2010/main" val="3589505729"/>
              </p:ext>
            </p:extLst>
          </p:nvPr>
        </p:nvGraphicFramePr>
        <p:xfrm>
          <a:off x="5508625" y="549274"/>
          <a:ext cx="3555206" cy="181942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24" name="Visio" r:id="rId4" imgW="3239110" imgH="1657198" progId="Visio.Drawing.6">
                  <p:embed/>
                </p:oleObj>
              </mc:Choice>
              <mc:Fallback>
                <p:oleObj name="Visio" r:id="rId4" imgW="3239110" imgH="1657198" progId="Visio.Drawing.6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08625" y="549274"/>
                        <a:ext cx="3555206" cy="1819429"/>
                      </a:xfrm>
                      <a:prstGeom prst="rect">
                        <a:avLst/>
                      </a:prstGeom>
                      <a:solidFill>
                        <a:srgbClr val="FFFF66"/>
                      </a:solidFill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4" name="Group 1035"/>
          <p:cNvGrpSpPr>
            <a:grpSpLocks/>
          </p:cNvGrpSpPr>
          <p:nvPr/>
        </p:nvGrpSpPr>
        <p:grpSpPr bwMode="auto">
          <a:xfrm>
            <a:off x="565944" y="807245"/>
            <a:ext cx="3203575" cy="523875"/>
            <a:chOff x="544" y="1616"/>
            <a:chExt cx="2018" cy="330"/>
          </a:xfrm>
        </p:grpSpPr>
        <p:graphicFrame>
          <p:nvGraphicFramePr>
            <p:cNvPr id="15" name="Object 1026"/>
            <p:cNvGraphicFramePr>
              <a:graphicFrameLocks noChangeAspect="1"/>
            </p:cNvGraphicFramePr>
            <p:nvPr/>
          </p:nvGraphicFramePr>
          <p:xfrm>
            <a:off x="1973" y="1616"/>
            <a:ext cx="246" cy="31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25" name="Equation" r:id="rId6" imgW="177480" imgH="228600" progId="Equation.DSMT4">
                    <p:embed/>
                  </p:oleObj>
                </mc:Choice>
                <mc:Fallback>
                  <p:oleObj name="Equation" r:id="rId6" imgW="177480" imgH="2286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973" y="1616"/>
                          <a:ext cx="246" cy="31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6" name="Text Box 1024"/>
            <p:cNvSpPr txBox="1">
              <a:spLocks noChangeArrowheads="1"/>
            </p:cNvSpPr>
            <p:nvPr/>
          </p:nvSpPr>
          <p:spPr bwMode="auto">
            <a:xfrm>
              <a:off x="544" y="1616"/>
              <a:ext cx="201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400" b="1" dirty="0">
                  <a:solidFill>
                    <a:schemeClr val="bg1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（</a:t>
              </a:r>
              <a:r>
                <a:rPr lang="en-US" altLang="zh-CN" sz="2400" b="1" dirty="0">
                  <a:solidFill>
                    <a:schemeClr val="bg1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1</a:t>
              </a:r>
              <a:r>
                <a:rPr lang="zh-CN" altLang="en-US" sz="2400" b="1" dirty="0">
                  <a:solidFill>
                    <a:schemeClr val="bg1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）求    、   、    。</a:t>
              </a:r>
            </a:p>
          </p:txBody>
        </p:sp>
        <p:graphicFrame>
          <p:nvGraphicFramePr>
            <p:cNvPr id="17" name="Object 1030"/>
            <p:cNvGraphicFramePr>
              <a:graphicFrameLocks noChangeAspect="1"/>
            </p:cNvGraphicFramePr>
            <p:nvPr/>
          </p:nvGraphicFramePr>
          <p:xfrm>
            <a:off x="1565" y="1616"/>
            <a:ext cx="257" cy="33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26" name="Equation" r:id="rId8" imgW="177480" imgH="228600" progId="Equation.DSMT4">
                    <p:embed/>
                  </p:oleObj>
                </mc:Choice>
                <mc:Fallback>
                  <p:oleObj name="Equation" r:id="rId8" imgW="177480" imgH="2286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565" y="1616"/>
                          <a:ext cx="257" cy="33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4" name="Object 1032"/>
            <p:cNvGraphicFramePr>
              <a:graphicFrameLocks noChangeAspect="1"/>
            </p:cNvGraphicFramePr>
            <p:nvPr/>
          </p:nvGraphicFramePr>
          <p:xfrm>
            <a:off x="1247" y="1616"/>
            <a:ext cx="176" cy="31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27" name="Equation" r:id="rId10" imgW="126720" imgH="228600" progId="Equation.DSMT4">
                    <p:embed/>
                  </p:oleObj>
                </mc:Choice>
                <mc:Fallback>
                  <p:oleObj name="Equation" r:id="rId10" imgW="126720" imgH="2286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247" y="1616"/>
                          <a:ext cx="176" cy="31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5" name="Group 1037"/>
          <p:cNvGrpSpPr>
            <a:grpSpLocks/>
          </p:cNvGrpSpPr>
          <p:nvPr/>
        </p:nvGrpSpPr>
        <p:grpSpPr bwMode="auto">
          <a:xfrm>
            <a:off x="565944" y="1308808"/>
            <a:ext cx="5545137" cy="574675"/>
            <a:chOff x="385" y="1888"/>
            <a:chExt cx="3493" cy="362"/>
          </a:xfrm>
        </p:grpSpPr>
        <p:graphicFrame>
          <p:nvGraphicFramePr>
            <p:cNvPr id="26" name="Object 1028"/>
            <p:cNvGraphicFramePr>
              <a:graphicFrameLocks noChangeAspect="1"/>
            </p:cNvGraphicFramePr>
            <p:nvPr/>
          </p:nvGraphicFramePr>
          <p:xfrm>
            <a:off x="2290" y="1888"/>
            <a:ext cx="233" cy="32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28" name="Equation" r:id="rId12" imgW="164880" imgH="228600" progId="Equation.DSMT4">
                    <p:embed/>
                  </p:oleObj>
                </mc:Choice>
                <mc:Fallback>
                  <p:oleObj name="Equation" r:id="rId12" imgW="164880" imgH="2286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290" y="1888"/>
                          <a:ext cx="233" cy="32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7" name="Text Box 1025"/>
            <p:cNvSpPr txBox="1">
              <a:spLocks noChangeArrowheads="1"/>
            </p:cNvSpPr>
            <p:nvPr/>
          </p:nvSpPr>
          <p:spPr bwMode="auto">
            <a:xfrm>
              <a:off x="385" y="1888"/>
              <a:ext cx="349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400" b="1" dirty="0">
                  <a:solidFill>
                    <a:schemeClr val="bg1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（</a:t>
              </a:r>
              <a:r>
                <a:rPr lang="en-US" altLang="zh-CN" sz="2400" b="1" dirty="0">
                  <a:solidFill>
                    <a:schemeClr val="bg1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2</a:t>
              </a:r>
              <a:r>
                <a:rPr lang="zh-CN" altLang="en-US" sz="2400" b="1" dirty="0">
                  <a:solidFill>
                    <a:schemeClr val="bg1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）如果             ，求     、   、     。</a:t>
              </a:r>
            </a:p>
          </p:txBody>
        </p:sp>
        <p:graphicFrame>
          <p:nvGraphicFramePr>
            <p:cNvPr id="28" name="Object 1033"/>
            <p:cNvGraphicFramePr>
              <a:graphicFrameLocks noChangeAspect="1"/>
            </p:cNvGraphicFramePr>
            <p:nvPr/>
          </p:nvGraphicFramePr>
          <p:xfrm>
            <a:off x="3016" y="1888"/>
            <a:ext cx="281" cy="36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29" name="Equation" r:id="rId14" imgW="177480" imgH="228600" progId="Equation.DSMT4">
                    <p:embed/>
                  </p:oleObj>
                </mc:Choice>
                <mc:Fallback>
                  <p:oleObj name="Equation" r:id="rId14" imgW="177480" imgH="2286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016" y="1888"/>
                          <a:ext cx="281" cy="36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9" name="Object 1034"/>
            <p:cNvGraphicFramePr>
              <a:graphicFrameLocks noChangeAspect="1"/>
            </p:cNvGraphicFramePr>
            <p:nvPr/>
          </p:nvGraphicFramePr>
          <p:xfrm>
            <a:off x="1292" y="1933"/>
            <a:ext cx="662" cy="27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30" name="Equation" r:id="rId16" imgW="545760" imgH="228600" progId="Equation.DSMT4">
                    <p:embed/>
                  </p:oleObj>
                </mc:Choice>
                <mc:Fallback>
                  <p:oleObj name="Equation" r:id="rId16" imgW="545760" imgH="2286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292" y="1933"/>
                          <a:ext cx="662" cy="27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0" name="Object 1036"/>
            <p:cNvGraphicFramePr>
              <a:graphicFrameLocks noChangeAspect="1"/>
            </p:cNvGraphicFramePr>
            <p:nvPr/>
          </p:nvGraphicFramePr>
          <p:xfrm>
            <a:off x="2699" y="1888"/>
            <a:ext cx="197" cy="32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31" name="Equation" r:id="rId18" imgW="139680" imgH="228600" progId="Equation.DSMT4">
                    <p:embed/>
                  </p:oleObj>
                </mc:Choice>
                <mc:Fallback>
                  <p:oleObj name="Equation" r:id="rId18" imgW="139680" imgH="2286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699" y="1888"/>
                          <a:ext cx="197" cy="32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31" name="Object 103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73228786"/>
              </p:ext>
            </p:extLst>
          </p:nvPr>
        </p:nvGraphicFramePr>
        <p:xfrm>
          <a:off x="1064419" y="1843441"/>
          <a:ext cx="4321175" cy="1390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32" name="Equation" r:id="rId20" imgW="2133360" imgH="685800" progId="Equation.DSMT4">
                  <p:embed/>
                </p:oleObj>
              </mc:Choice>
              <mc:Fallback>
                <p:oleObj name="Equation" r:id="rId20" imgW="2133360" imgH="6858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64419" y="1843441"/>
                        <a:ext cx="4321175" cy="1390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" name="Object 103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77745095"/>
              </p:ext>
            </p:extLst>
          </p:nvPr>
        </p:nvGraphicFramePr>
        <p:xfrm>
          <a:off x="939799" y="3412685"/>
          <a:ext cx="6911975" cy="1420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33" name="Equation" r:id="rId22" imgW="3466800" imgH="711000" progId="Equation.DSMT4">
                  <p:embed/>
                </p:oleObj>
              </mc:Choice>
              <mc:Fallback>
                <p:oleObj name="Equation" r:id="rId22" imgW="3466800" imgH="7110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39799" y="3412685"/>
                        <a:ext cx="6911975" cy="14208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5452405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图片 14">
            <a:extLst>
              <a:ext uri="{FF2B5EF4-FFF2-40B4-BE49-F238E27FC236}">
                <a16:creationId xmlns="" xmlns:a16="http://schemas.microsoft.com/office/drawing/2014/main" id="{74EB04B1-9337-4C69-A7A8-B1F77565615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2" y="0"/>
            <a:ext cx="11520311" cy="6480175"/>
          </a:xfrm>
          <a:prstGeom prst="rect">
            <a:avLst/>
          </a:prstGeom>
        </p:spPr>
      </p:pic>
      <p:sp>
        <p:nvSpPr>
          <p:cNvPr id="6" name="Text Box 1"/>
          <p:cNvSpPr txBox="1">
            <a:spLocks noChangeArrowheads="1"/>
          </p:cNvSpPr>
          <p:nvPr/>
        </p:nvSpPr>
        <p:spPr bwMode="auto">
          <a:xfrm>
            <a:off x="648841" y="798800"/>
            <a:ext cx="71913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(1)</a:t>
            </a:r>
            <a:r>
              <a:rPr lang="zh-CN" altLang="en-US" sz="2400"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 </a:t>
            </a:r>
            <a:r>
              <a:rPr lang="zh-CN" altLang="en-US" sz="24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 </a:t>
            </a:r>
          </a:p>
        </p:txBody>
      </p:sp>
      <p:graphicFrame>
        <p:nvGraphicFramePr>
          <p:cNvPr id="10" name="Object 0"/>
          <p:cNvGraphicFramePr>
            <a:graphicFrameLocks noGrp="1" noChangeAspect="1"/>
          </p:cNvGraphicFramePr>
          <p:nvPr>
            <p:ph sz="quarter" idx="1"/>
            <p:extLst>
              <p:ext uri="{D42A27DB-BD31-4B8C-83A1-F6EECF244321}">
                <p14:modId xmlns:p14="http://schemas.microsoft.com/office/powerpoint/2010/main" val="555269233"/>
              </p:ext>
            </p:extLst>
          </p:nvPr>
        </p:nvGraphicFramePr>
        <p:xfrm>
          <a:off x="3888829" y="521162"/>
          <a:ext cx="3825631" cy="195782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33" name="Visio" r:id="rId4" imgW="3239110" imgH="1657198" progId="Visio.Drawing.6">
                  <p:embed/>
                </p:oleObj>
              </mc:Choice>
              <mc:Fallback>
                <p:oleObj name="Visio" r:id="rId4" imgW="3239110" imgH="1657198" progId="Visio.Drawing.6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88829" y="521162"/>
                        <a:ext cx="3825631" cy="1957823"/>
                      </a:xfrm>
                      <a:prstGeom prst="rect">
                        <a:avLst/>
                      </a:prstGeom>
                      <a:solidFill>
                        <a:srgbClr val="FFFF66"/>
                      </a:solidFill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99720514"/>
              </p:ext>
            </p:extLst>
          </p:nvPr>
        </p:nvGraphicFramePr>
        <p:xfrm>
          <a:off x="1296541" y="870238"/>
          <a:ext cx="1223963" cy="441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34" name="Equation" r:id="rId6" imgW="634680" imgH="228600" progId="Equation.DSMT4">
                  <p:embed/>
                </p:oleObj>
              </mc:Choice>
              <mc:Fallback>
                <p:oleObj name="Equation" r:id="rId6" imgW="63468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96541" y="870238"/>
                        <a:ext cx="1223963" cy="441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65093472"/>
              </p:ext>
            </p:extLst>
          </p:nvPr>
        </p:nvGraphicFramePr>
        <p:xfrm>
          <a:off x="1296541" y="1302038"/>
          <a:ext cx="1152525" cy="450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35" name="Equation" r:id="rId8" imgW="583920" imgH="228600" progId="Equation.DSMT4">
                  <p:embed/>
                </p:oleObj>
              </mc:Choice>
              <mc:Fallback>
                <p:oleObj name="Equation" r:id="rId8" imgW="58392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96541" y="1302038"/>
                        <a:ext cx="1152525" cy="4508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52596080"/>
              </p:ext>
            </p:extLst>
          </p:nvPr>
        </p:nvGraphicFramePr>
        <p:xfrm>
          <a:off x="1296541" y="1733838"/>
          <a:ext cx="1152525" cy="441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36" name="Equation" r:id="rId10" imgW="596880" imgH="228600" progId="Equation.DSMT4">
                  <p:embed/>
                </p:oleObj>
              </mc:Choice>
              <mc:Fallback>
                <p:oleObj name="Equation" r:id="rId10" imgW="59688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96541" y="1733838"/>
                        <a:ext cx="1152525" cy="441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组合 1"/>
          <p:cNvGrpSpPr/>
          <p:nvPr/>
        </p:nvGrpSpPr>
        <p:grpSpPr>
          <a:xfrm>
            <a:off x="504379" y="2165638"/>
            <a:ext cx="2024062" cy="1411287"/>
            <a:chOff x="504379" y="2165638"/>
            <a:chExt cx="2024062" cy="1411287"/>
          </a:xfrm>
        </p:grpSpPr>
        <p:sp>
          <p:nvSpPr>
            <p:cNvPr id="7" name="Text Box 4"/>
            <p:cNvSpPr txBox="1">
              <a:spLocks noChangeArrowheads="1"/>
            </p:cNvSpPr>
            <p:nvPr/>
          </p:nvSpPr>
          <p:spPr bwMode="auto">
            <a:xfrm>
              <a:off x="504379" y="2165638"/>
              <a:ext cx="1150937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400" dirty="0">
                  <a:solidFill>
                    <a:srgbClr val="0000FF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（</a:t>
              </a:r>
              <a:r>
                <a:rPr lang="en-US" altLang="zh-CN" sz="2400" dirty="0">
                  <a:solidFill>
                    <a:srgbClr val="0000FF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2</a:t>
              </a:r>
              <a:r>
                <a:rPr lang="zh-CN" altLang="en-US" sz="2400" dirty="0">
                  <a:solidFill>
                    <a:srgbClr val="0000FF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）</a:t>
              </a:r>
              <a:endParaRPr lang="zh-CN" altLang="en-US" sz="2400" dirty="0"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graphicFrame>
          <p:nvGraphicFramePr>
            <p:cNvPr id="14" name="Object 10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61853171"/>
                </p:ext>
              </p:extLst>
            </p:nvPr>
          </p:nvGraphicFramePr>
          <p:xfrm>
            <a:off x="1296541" y="2165638"/>
            <a:ext cx="1223963" cy="5238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137" name="Equation" r:id="rId12" imgW="533160" imgH="228600" progId="Equation.DSMT4">
                    <p:embed/>
                  </p:oleObj>
                </mc:Choice>
                <mc:Fallback>
                  <p:oleObj name="Equation" r:id="rId12" imgW="533160" imgH="2286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296541" y="2165638"/>
                          <a:ext cx="1223963" cy="52387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6" name="Object 11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585022973"/>
                </p:ext>
              </p:extLst>
            </p:nvPr>
          </p:nvGraphicFramePr>
          <p:xfrm>
            <a:off x="1296541" y="2670463"/>
            <a:ext cx="1231900" cy="47148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138" name="Equation" r:id="rId14" imgW="596880" imgH="228600" progId="Equation.DSMT4">
                    <p:embed/>
                  </p:oleObj>
                </mc:Choice>
                <mc:Fallback>
                  <p:oleObj name="Equation" r:id="rId14" imgW="596880" imgH="2286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296541" y="2670463"/>
                          <a:ext cx="1231900" cy="47148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7" name="Object 1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914801810"/>
                </p:ext>
              </p:extLst>
            </p:nvPr>
          </p:nvGraphicFramePr>
          <p:xfrm>
            <a:off x="1296541" y="3102263"/>
            <a:ext cx="1214438" cy="47466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139" name="Equation" r:id="rId16" imgW="583920" imgH="228600" progId="Equation.DSMT4">
                    <p:embed/>
                  </p:oleObj>
                </mc:Choice>
                <mc:Fallback>
                  <p:oleObj name="Equation" r:id="rId16" imgW="583920" imgH="2286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296541" y="3102263"/>
                          <a:ext cx="1214438" cy="47466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8" name="Rectangle 2">
            <a:extLst>
              <a:ext uri="{FF2B5EF4-FFF2-40B4-BE49-F238E27FC236}">
                <a16:creationId xmlns="" xmlns:a16="http://schemas.microsoft.com/office/drawing/2014/main" id="{11000ABA-7615-4B84-88BC-2D3C47D45F2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88429" y="79876"/>
            <a:ext cx="3600400" cy="754633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1. </a:t>
            </a:r>
            <a:r>
              <a:rPr lang="zh-CN" altLang="en-US" sz="2800" b="1" dirty="0" smtClean="0">
                <a:solidFill>
                  <a:srgbClr val="0000FF"/>
                </a:solidFill>
                <a:latin typeface="+mn-ea"/>
                <a:ea typeface="+mn-ea"/>
              </a:rPr>
              <a:t>网孔分析法</a:t>
            </a:r>
            <a:endParaRPr lang="zh-CN" altLang="en-US" sz="2800" b="1" dirty="0">
              <a:solidFill>
                <a:srgbClr val="0000FF"/>
              </a:solidFill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4499429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="" xmlns:a16="http://schemas.microsoft.com/office/drawing/2014/main" id="{79317A20-6085-405D-8DB5-0298EA1490C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2" y="-37070"/>
            <a:ext cx="11520311" cy="6480175"/>
          </a:xfrm>
          <a:prstGeom prst="rect">
            <a:avLst/>
          </a:prstGeom>
        </p:spPr>
      </p:pic>
      <p:sp>
        <p:nvSpPr>
          <p:cNvPr id="8" name="Rectangle 0"/>
          <p:cNvSpPr>
            <a:spLocks noGrp="1" noChangeArrowheads="1"/>
          </p:cNvSpPr>
          <p:nvPr>
            <p:ph type="title" sz="quarter"/>
          </p:nvPr>
        </p:nvSpPr>
        <p:spPr>
          <a:xfrm>
            <a:off x="269417" y="111965"/>
            <a:ext cx="3204492" cy="739775"/>
          </a:xfrm>
          <a:noFill/>
          <a:ln/>
        </p:spPr>
        <p:txBody>
          <a:bodyPr/>
          <a:lstStyle/>
          <a:p>
            <a:r>
              <a:rPr lang="en-US" altLang="zh-CN" sz="2800" b="1" dirty="0" smtClean="0">
                <a:solidFill>
                  <a:srgbClr val="0000FF"/>
                </a:solidFill>
                <a:latin typeface="+mn-ea"/>
                <a:ea typeface="+mn-ea"/>
              </a:rPr>
              <a:t>2.</a:t>
            </a:r>
            <a:r>
              <a:rPr lang="zh-CN" altLang="en-US" sz="2800" b="1" dirty="0" smtClean="0">
                <a:solidFill>
                  <a:srgbClr val="0000FF"/>
                </a:solidFill>
                <a:latin typeface="+mn-ea"/>
                <a:ea typeface="+mn-ea"/>
              </a:rPr>
              <a:t>节点分析</a:t>
            </a:r>
            <a:r>
              <a:rPr lang="zh-CN" altLang="en-US" sz="2800" b="1" dirty="0">
                <a:solidFill>
                  <a:srgbClr val="0000FF"/>
                </a:solidFill>
                <a:latin typeface="+mn-ea"/>
                <a:ea typeface="+mn-ea"/>
              </a:rPr>
              <a:t>法</a:t>
            </a:r>
          </a:p>
        </p:txBody>
      </p:sp>
      <p:graphicFrame>
        <p:nvGraphicFramePr>
          <p:cNvPr id="9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61698884"/>
              </p:ext>
            </p:extLst>
          </p:nvPr>
        </p:nvGraphicFramePr>
        <p:xfrm>
          <a:off x="1030610" y="1594510"/>
          <a:ext cx="5399087" cy="34718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77" name="Equation" r:id="rId4" imgW="2768400" imgH="1777680" progId="Equation.DSMT4">
                  <p:embed/>
                </p:oleObj>
              </mc:Choice>
              <mc:Fallback>
                <p:oleObj name="Equation" r:id="rId4" imgW="2768400" imgH="17776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30610" y="1594510"/>
                        <a:ext cx="5399087" cy="34718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15"/>
          <p:cNvGraphicFramePr>
            <a:graphicFrameLocks noGrp="1" noChangeAspect="1"/>
          </p:cNvGraphicFramePr>
          <p:nvPr>
            <p:ph sz="quarter" idx="1"/>
            <p:extLst>
              <p:ext uri="{D42A27DB-BD31-4B8C-83A1-F6EECF244321}">
                <p14:modId xmlns:p14="http://schemas.microsoft.com/office/powerpoint/2010/main" val="1180387038"/>
              </p:ext>
            </p:extLst>
          </p:nvPr>
        </p:nvGraphicFramePr>
        <p:xfrm>
          <a:off x="5251099" y="111964"/>
          <a:ext cx="3174234" cy="231028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78" name="Visio" r:id="rId6" imgW="3375050" imgH="2458212" progId="Visio.Drawing.6">
                  <p:embed/>
                </p:oleObj>
              </mc:Choice>
              <mc:Fallback>
                <p:oleObj name="Visio" r:id="rId6" imgW="3375050" imgH="2458212" progId="Visio.Drawing.6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51099" y="111964"/>
                        <a:ext cx="3174234" cy="2310283"/>
                      </a:xfrm>
                      <a:prstGeom prst="rect">
                        <a:avLst/>
                      </a:prstGeom>
                      <a:solidFill>
                        <a:srgbClr val="FFFF66"/>
                      </a:solidFill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1" name="Group 17"/>
          <p:cNvGrpSpPr>
            <a:grpSpLocks/>
          </p:cNvGrpSpPr>
          <p:nvPr/>
        </p:nvGrpSpPr>
        <p:grpSpPr bwMode="auto">
          <a:xfrm>
            <a:off x="648469" y="851740"/>
            <a:ext cx="1925638" cy="523875"/>
            <a:chOff x="985" y="1616"/>
            <a:chExt cx="1213" cy="330"/>
          </a:xfrm>
        </p:grpSpPr>
        <p:graphicFrame>
          <p:nvGraphicFramePr>
            <p:cNvPr id="12" name="Object 18"/>
            <p:cNvGraphicFramePr>
              <a:graphicFrameLocks noChangeAspect="1"/>
            </p:cNvGraphicFramePr>
            <p:nvPr/>
          </p:nvGraphicFramePr>
          <p:xfrm>
            <a:off x="1994" y="1616"/>
            <a:ext cx="204" cy="31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79" name="Equation" r:id="rId8" imgW="114120" imgH="177480" progId="Equation.DSMT4">
                    <p:embed/>
                  </p:oleObj>
                </mc:Choice>
                <mc:Fallback>
                  <p:oleObj name="Equation" r:id="rId8" imgW="114120" imgH="1774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994" y="1616"/>
                          <a:ext cx="204" cy="31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3" name="Text Box 19"/>
            <p:cNvSpPr txBox="1">
              <a:spLocks noChangeArrowheads="1"/>
            </p:cNvSpPr>
            <p:nvPr/>
          </p:nvSpPr>
          <p:spPr bwMode="auto">
            <a:xfrm>
              <a:off x="985" y="1631"/>
              <a:ext cx="1159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400" b="1" dirty="0" smtClean="0">
                  <a:solidFill>
                    <a:schemeClr val="bg1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求    </a:t>
              </a:r>
              <a:r>
                <a:rPr lang="zh-CN" altLang="en-US" sz="2400" b="1" dirty="0">
                  <a:solidFill>
                    <a:schemeClr val="bg1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、     。</a:t>
              </a:r>
            </a:p>
          </p:txBody>
        </p:sp>
        <p:graphicFrame>
          <p:nvGraphicFramePr>
            <p:cNvPr id="14" name="Object 20"/>
            <p:cNvGraphicFramePr>
              <a:graphicFrameLocks noChangeAspect="1"/>
            </p:cNvGraphicFramePr>
            <p:nvPr/>
          </p:nvGraphicFramePr>
          <p:xfrm>
            <a:off x="1592" y="1616"/>
            <a:ext cx="202" cy="33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80" name="Equation" r:id="rId10" imgW="139680" imgH="228600" progId="Equation.DSMT4">
                    <p:embed/>
                  </p:oleObj>
                </mc:Choice>
                <mc:Fallback>
                  <p:oleObj name="Equation" r:id="rId10" imgW="139680" imgH="2286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592" y="1616"/>
                          <a:ext cx="202" cy="33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5" name="Object 21"/>
            <p:cNvGraphicFramePr>
              <a:graphicFrameLocks noChangeAspect="1"/>
            </p:cNvGraphicFramePr>
            <p:nvPr/>
          </p:nvGraphicFramePr>
          <p:xfrm>
            <a:off x="1247" y="1616"/>
            <a:ext cx="176" cy="31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81" name="Equation" r:id="rId12" imgW="126720" imgH="228600" progId="Equation.DSMT4">
                    <p:embed/>
                  </p:oleObj>
                </mc:Choice>
                <mc:Fallback>
                  <p:oleObj name="Equation" r:id="rId12" imgW="126720" imgH="2286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247" y="1616"/>
                          <a:ext cx="176" cy="31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14906258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="" xmlns:a16="http://schemas.microsoft.com/office/drawing/2014/main" id="{79317A20-6085-405D-8DB5-0298EA1490C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029" y="15361"/>
            <a:ext cx="11520311" cy="6480175"/>
          </a:xfrm>
          <a:prstGeom prst="rect">
            <a:avLst/>
          </a:prstGeom>
        </p:spPr>
      </p:pic>
      <p:sp>
        <p:nvSpPr>
          <p:cNvPr id="5" name="Rectangle 0"/>
          <p:cNvSpPr>
            <a:spLocks noGrp="1" noChangeArrowheads="1"/>
          </p:cNvSpPr>
          <p:nvPr>
            <p:ph type="title" sz="quarter"/>
          </p:nvPr>
        </p:nvSpPr>
        <p:spPr>
          <a:xfrm>
            <a:off x="269417" y="111965"/>
            <a:ext cx="3204492" cy="739775"/>
          </a:xfrm>
          <a:noFill/>
          <a:ln/>
        </p:spPr>
        <p:txBody>
          <a:bodyPr/>
          <a:lstStyle/>
          <a:p>
            <a:r>
              <a:rPr lang="en-US" altLang="zh-CN" sz="2800" b="1" dirty="0" smtClean="0">
                <a:solidFill>
                  <a:srgbClr val="0000FF"/>
                </a:solidFill>
                <a:latin typeface="+mn-ea"/>
                <a:ea typeface="+mn-ea"/>
              </a:rPr>
              <a:t>2.</a:t>
            </a:r>
            <a:r>
              <a:rPr lang="zh-CN" altLang="en-US" sz="2800" b="1" dirty="0" smtClean="0">
                <a:solidFill>
                  <a:srgbClr val="0000FF"/>
                </a:solidFill>
                <a:latin typeface="+mn-ea"/>
                <a:ea typeface="+mn-ea"/>
              </a:rPr>
              <a:t>节点分析</a:t>
            </a:r>
            <a:r>
              <a:rPr lang="zh-CN" altLang="en-US" sz="2800" b="1" dirty="0">
                <a:solidFill>
                  <a:srgbClr val="0000FF"/>
                </a:solidFill>
                <a:latin typeface="+mn-ea"/>
                <a:ea typeface="+mn-ea"/>
              </a:rPr>
              <a:t>法</a:t>
            </a:r>
          </a:p>
        </p:txBody>
      </p:sp>
      <p:graphicFrame>
        <p:nvGraphicFramePr>
          <p:cNvPr id="7" name="Object 15"/>
          <p:cNvGraphicFramePr>
            <a:graphicFrameLocks noGrp="1" noChangeAspect="1"/>
          </p:cNvGraphicFramePr>
          <p:nvPr>
            <p:ph sz="quarter" idx="1"/>
            <p:extLst>
              <p:ext uri="{D42A27DB-BD31-4B8C-83A1-F6EECF244321}">
                <p14:modId xmlns:p14="http://schemas.microsoft.com/office/powerpoint/2010/main" val="1798374219"/>
              </p:ext>
            </p:extLst>
          </p:nvPr>
        </p:nvGraphicFramePr>
        <p:xfrm>
          <a:off x="6064968" y="359766"/>
          <a:ext cx="3080445" cy="224202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30" name="Visio" r:id="rId4" imgW="3375050" imgH="2458212" progId="Visio.Drawing.6">
                  <p:embed/>
                </p:oleObj>
              </mc:Choice>
              <mc:Fallback>
                <p:oleObj name="Visio" r:id="rId4" imgW="3375050" imgH="2458212" progId="Visio.Drawing.6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64968" y="359766"/>
                        <a:ext cx="3080445" cy="2242021"/>
                      </a:xfrm>
                      <a:prstGeom prst="rect">
                        <a:avLst/>
                      </a:prstGeom>
                      <a:solidFill>
                        <a:srgbClr val="FFFF66"/>
                      </a:solidFill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Object 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24072647"/>
              </p:ext>
            </p:extLst>
          </p:nvPr>
        </p:nvGraphicFramePr>
        <p:xfrm>
          <a:off x="813213" y="905038"/>
          <a:ext cx="5019832" cy="283779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31" name="Equation" r:id="rId6" imgW="3187440" imgH="1803240" progId="Equation.DSMT4">
                  <p:embed/>
                </p:oleObj>
              </mc:Choice>
              <mc:Fallback>
                <p:oleObj name="Equation" r:id="rId6" imgW="3187440" imgH="18032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13213" y="905038"/>
                        <a:ext cx="5019832" cy="283779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0524692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="" xmlns:a16="http://schemas.microsoft.com/office/drawing/2014/main" id="{79317A20-6085-405D-8DB5-0298EA1490C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1520311" cy="6480175"/>
          </a:xfrm>
          <a:prstGeom prst="rect">
            <a:avLst/>
          </a:prstGeom>
        </p:spPr>
      </p:pic>
      <p:sp>
        <p:nvSpPr>
          <p:cNvPr id="5" name="Rectangle 0"/>
          <p:cNvSpPr>
            <a:spLocks noGrp="1" noChangeArrowheads="1"/>
          </p:cNvSpPr>
          <p:nvPr>
            <p:ph type="title" sz="quarter"/>
          </p:nvPr>
        </p:nvSpPr>
        <p:spPr>
          <a:xfrm>
            <a:off x="269417" y="111965"/>
            <a:ext cx="3204492" cy="739775"/>
          </a:xfrm>
          <a:noFill/>
          <a:ln/>
        </p:spPr>
        <p:txBody>
          <a:bodyPr/>
          <a:lstStyle/>
          <a:p>
            <a:r>
              <a:rPr lang="en-US" altLang="zh-CN" sz="2800" b="1" dirty="0" smtClean="0">
                <a:solidFill>
                  <a:srgbClr val="0000FF"/>
                </a:solidFill>
                <a:latin typeface="+mn-ea"/>
                <a:ea typeface="+mn-ea"/>
              </a:rPr>
              <a:t>3.</a:t>
            </a:r>
            <a:r>
              <a:rPr lang="zh-CN" altLang="en-US" sz="2800" b="1" dirty="0" smtClean="0">
                <a:solidFill>
                  <a:srgbClr val="0000FF"/>
                </a:solidFill>
                <a:latin typeface="+mn-ea"/>
                <a:ea typeface="+mn-ea"/>
              </a:rPr>
              <a:t>戴维南定理</a:t>
            </a:r>
            <a:endParaRPr lang="zh-CN" altLang="en-US" sz="2800" b="1" dirty="0">
              <a:solidFill>
                <a:srgbClr val="0000FF"/>
              </a:solidFill>
              <a:latin typeface="+mn-ea"/>
              <a:ea typeface="+mn-ea"/>
            </a:endParaRPr>
          </a:p>
        </p:txBody>
      </p:sp>
      <p:graphicFrame>
        <p:nvGraphicFramePr>
          <p:cNvPr id="15" name="Object 2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31101534"/>
              </p:ext>
            </p:extLst>
          </p:nvPr>
        </p:nvGraphicFramePr>
        <p:xfrm>
          <a:off x="5386022" y="215751"/>
          <a:ext cx="3095625" cy="2381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68" name="Visio" r:id="rId4" imgW="3459480" imgH="2660294" progId="Visio.Drawing.6">
                  <p:embed/>
                </p:oleObj>
              </mc:Choice>
              <mc:Fallback>
                <p:oleObj name="Visio" r:id="rId4" imgW="3459480" imgH="2660294" progId="Visio.Drawing.6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86022" y="215751"/>
                        <a:ext cx="3095625" cy="2381250"/>
                      </a:xfrm>
                      <a:prstGeom prst="rect">
                        <a:avLst/>
                      </a:prstGeom>
                      <a:solidFill>
                        <a:srgbClr val="FFFF66"/>
                      </a:solidFill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Object 3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73740986"/>
              </p:ext>
            </p:extLst>
          </p:nvPr>
        </p:nvGraphicFramePr>
        <p:xfrm>
          <a:off x="873468" y="1488013"/>
          <a:ext cx="4465637" cy="23828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69" name="Equation" r:id="rId6" imgW="2501640" imgH="1333440" progId="Equation.DSMT4">
                  <p:embed/>
                </p:oleObj>
              </mc:Choice>
              <mc:Fallback>
                <p:oleObj name="Equation" r:id="rId6" imgW="2501640" imgH="13334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73468" y="1488013"/>
                        <a:ext cx="4465637" cy="23828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Object 3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44073362"/>
              </p:ext>
            </p:extLst>
          </p:nvPr>
        </p:nvGraphicFramePr>
        <p:xfrm>
          <a:off x="5384434" y="255115"/>
          <a:ext cx="3097213" cy="2403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70" name="Visio" r:id="rId8" imgW="3428695" imgH="2660294" progId="Visio.Drawing.6">
                  <p:embed/>
                </p:oleObj>
              </mc:Choice>
              <mc:Fallback>
                <p:oleObj name="Visio" r:id="rId8" imgW="3428695" imgH="2660294" progId="Visio.Drawing.6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84434" y="255115"/>
                        <a:ext cx="3097213" cy="2403475"/>
                      </a:xfrm>
                      <a:prstGeom prst="rect">
                        <a:avLst/>
                      </a:prstGeom>
                      <a:solidFill>
                        <a:srgbClr val="FFFF66"/>
                      </a:solidFill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5" name="组合 24"/>
          <p:cNvGrpSpPr/>
          <p:nvPr/>
        </p:nvGrpSpPr>
        <p:grpSpPr>
          <a:xfrm>
            <a:off x="648469" y="851740"/>
            <a:ext cx="4464496" cy="527050"/>
            <a:chOff x="648469" y="851740"/>
            <a:chExt cx="4464496" cy="527050"/>
          </a:xfrm>
        </p:grpSpPr>
        <p:graphicFrame>
          <p:nvGraphicFramePr>
            <p:cNvPr id="21" name="Object 18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863043829"/>
                </p:ext>
              </p:extLst>
            </p:nvPr>
          </p:nvGraphicFramePr>
          <p:xfrm>
            <a:off x="2250257" y="851740"/>
            <a:ext cx="323850" cy="50323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171" name="Equation" r:id="rId10" imgW="114120" imgH="177480" progId="Equation.DSMT4">
                    <p:embed/>
                  </p:oleObj>
                </mc:Choice>
                <mc:Fallback>
                  <p:oleObj name="Equation" r:id="rId10" imgW="114120" imgH="1774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250257" y="851740"/>
                          <a:ext cx="323850" cy="50323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2" name="Text Box 19"/>
            <p:cNvSpPr txBox="1">
              <a:spLocks noChangeArrowheads="1"/>
            </p:cNvSpPr>
            <p:nvPr/>
          </p:nvSpPr>
          <p:spPr bwMode="auto">
            <a:xfrm>
              <a:off x="648469" y="875553"/>
              <a:ext cx="4464496" cy="4616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400" b="1" dirty="0" smtClean="0">
                  <a:solidFill>
                    <a:schemeClr val="bg1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求     为何值时能获得最大功率 </a:t>
              </a:r>
              <a:r>
                <a:rPr lang="zh-CN" altLang="en-US" sz="2400" b="1" dirty="0">
                  <a:solidFill>
                    <a:schemeClr val="bg1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。</a:t>
              </a:r>
            </a:p>
          </p:txBody>
        </p:sp>
        <p:graphicFrame>
          <p:nvGraphicFramePr>
            <p:cNvPr id="24" name="Object 21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098411962"/>
                </p:ext>
              </p:extLst>
            </p:nvPr>
          </p:nvGraphicFramePr>
          <p:xfrm>
            <a:off x="1040128" y="875553"/>
            <a:ext cx="476250" cy="50323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172" name="Equation" r:id="rId12" imgW="215640" imgH="228600" progId="Equation.DSMT4">
                    <p:embed/>
                  </p:oleObj>
                </mc:Choice>
                <mc:Fallback>
                  <p:oleObj name="Equation" r:id="rId12" imgW="215640" imgH="2286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40128" y="875553"/>
                          <a:ext cx="476250" cy="50323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26713599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="" xmlns:a16="http://schemas.microsoft.com/office/drawing/2014/main" id="{79317A20-6085-405D-8DB5-0298EA1490C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2" y="-37070"/>
            <a:ext cx="11520311" cy="6480175"/>
          </a:xfrm>
          <a:prstGeom prst="rect">
            <a:avLst/>
          </a:prstGeom>
        </p:spPr>
      </p:pic>
      <p:sp>
        <p:nvSpPr>
          <p:cNvPr id="16" name="Rectangle 0"/>
          <p:cNvSpPr>
            <a:spLocks noGrp="1" noChangeArrowheads="1"/>
          </p:cNvSpPr>
          <p:nvPr>
            <p:ph type="title" sz="quarter"/>
          </p:nvPr>
        </p:nvSpPr>
        <p:spPr>
          <a:xfrm>
            <a:off x="269417" y="111965"/>
            <a:ext cx="3204492" cy="739775"/>
          </a:xfrm>
          <a:noFill/>
          <a:ln/>
        </p:spPr>
        <p:txBody>
          <a:bodyPr/>
          <a:lstStyle/>
          <a:p>
            <a:r>
              <a:rPr lang="en-US" altLang="zh-CN" sz="2800" b="1" dirty="0" smtClean="0">
                <a:solidFill>
                  <a:srgbClr val="0000FF"/>
                </a:solidFill>
                <a:latin typeface="+mn-ea"/>
                <a:ea typeface="+mn-ea"/>
              </a:rPr>
              <a:t>3.</a:t>
            </a:r>
            <a:r>
              <a:rPr lang="zh-CN" altLang="en-US" sz="2800" b="1" dirty="0" smtClean="0">
                <a:solidFill>
                  <a:srgbClr val="0000FF"/>
                </a:solidFill>
                <a:latin typeface="+mn-ea"/>
                <a:ea typeface="+mn-ea"/>
              </a:rPr>
              <a:t>戴维南定理</a:t>
            </a:r>
            <a:endParaRPr lang="zh-CN" altLang="en-US" sz="2800" b="1" dirty="0">
              <a:solidFill>
                <a:srgbClr val="0000FF"/>
              </a:solidFill>
              <a:latin typeface="+mn-ea"/>
              <a:ea typeface="+mn-ea"/>
            </a:endParaRPr>
          </a:p>
        </p:txBody>
      </p:sp>
      <p:graphicFrame>
        <p:nvGraphicFramePr>
          <p:cNvPr id="17" name="Object 2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61325530"/>
              </p:ext>
            </p:extLst>
          </p:nvPr>
        </p:nvGraphicFramePr>
        <p:xfrm>
          <a:off x="5484433" y="674300"/>
          <a:ext cx="1361431" cy="183418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78" name="Visio" r:id="rId4" imgW="1419349" imgH="2086047" progId="Visio.Drawing.15">
                  <p:embed/>
                </p:oleObj>
              </mc:Choice>
              <mc:Fallback>
                <p:oleObj name="Visio" r:id="rId4" imgW="1419349" imgH="2086047" progId="Visio.Drawing.15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84433" y="674300"/>
                        <a:ext cx="1361431" cy="1834184"/>
                      </a:xfrm>
                      <a:prstGeom prst="rect">
                        <a:avLst/>
                      </a:prstGeom>
                      <a:solidFill>
                        <a:srgbClr val="FFFF66"/>
                      </a:solidFill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" name="Object 3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0707918"/>
              </p:ext>
            </p:extLst>
          </p:nvPr>
        </p:nvGraphicFramePr>
        <p:xfrm>
          <a:off x="1081928" y="851740"/>
          <a:ext cx="2232025" cy="565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79" name="Equation" r:id="rId6" imgW="952200" imgH="241200" progId="Equation.DSMT4">
                  <p:embed/>
                </p:oleObj>
              </mc:Choice>
              <mc:Fallback>
                <p:oleObj name="Equation" r:id="rId6" imgW="952200" imgH="241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81928" y="851740"/>
                        <a:ext cx="2232025" cy="565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" name="Object 1024"/>
          <p:cNvGraphicFramePr>
            <a:graphicFrameLocks noGrp="1" noChangeAspect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07079575"/>
              </p:ext>
            </p:extLst>
          </p:nvPr>
        </p:nvGraphicFramePr>
        <p:xfrm>
          <a:off x="1123395" y="1454384"/>
          <a:ext cx="2447925" cy="1054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80" name="Equation" r:id="rId8" imgW="1091880" imgH="469800" progId="Equation.DSMT4">
                  <p:embed/>
                </p:oleObj>
              </mc:Choice>
              <mc:Fallback>
                <p:oleObj name="Equation" r:id="rId8" imgW="1091880" imgH="4698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23395" y="1454384"/>
                        <a:ext cx="2447925" cy="1054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" name="Object 102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26328771"/>
              </p:ext>
            </p:extLst>
          </p:nvPr>
        </p:nvGraphicFramePr>
        <p:xfrm>
          <a:off x="4376460" y="633413"/>
          <a:ext cx="1828800" cy="20367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81" name="Visio" r:id="rId10" imgW="882091" imgH="1048207" progId="Visio.Drawing.11">
                  <p:embed/>
                </p:oleObj>
              </mc:Choice>
              <mc:Fallback>
                <p:oleObj name="Visio" r:id="rId10" imgW="882091" imgH="1048207" progId="Visio.Drawing.11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76460" y="633413"/>
                        <a:ext cx="1828800" cy="20367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6933279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视频录制PPT模板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ppt/theme/themeOverride2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>视频录制PPT模板</Template>
  <TotalTime>824</TotalTime>
  <Words>74</Words>
  <Application>Microsoft Office PowerPoint</Application>
  <PresentationFormat>自定义</PresentationFormat>
  <Paragraphs>18</Paragraphs>
  <Slides>8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3</vt:i4>
      </vt:variant>
      <vt:variant>
        <vt:lpstr>幻灯片标题</vt:lpstr>
      </vt:variant>
      <vt:variant>
        <vt:i4>8</vt:i4>
      </vt:variant>
    </vt:vector>
  </HeadingPairs>
  <TitlesOfParts>
    <vt:vector size="19" baseType="lpstr">
      <vt:lpstr>华文楷体</vt:lpstr>
      <vt:lpstr>楷体_GB2312</vt:lpstr>
      <vt:lpstr>宋体</vt:lpstr>
      <vt:lpstr>Arial</vt:lpstr>
      <vt:lpstr>Calibri</vt:lpstr>
      <vt:lpstr>Symbol</vt:lpstr>
      <vt:lpstr>Times New Roman</vt:lpstr>
      <vt:lpstr>视频录制PPT模板</vt:lpstr>
      <vt:lpstr>Visio</vt:lpstr>
      <vt:lpstr>MathType 6.0 Equation</vt:lpstr>
      <vt:lpstr>Equation</vt:lpstr>
      <vt:lpstr>PowerPoint 演示文稿</vt:lpstr>
      <vt:lpstr>主要内容</vt:lpstr>
      <vt:lpstr>1. 网孔分析法</vt:lpstr>
      <vt:lpstr>1. 网孔分析法</vt:lpstr>
      <vt:lpstr>2.节点分析法</vt:lpstr>
      <vt:lpstr>2.节点分析法</vt:lpstr>
      <vt:lpstr>3.戴维南定理</vt:lpstr>
      <vt:lpstr>3.戴维南定理</vt:lpstr>
    </vt:vector>
  </TitlesOfParts>
  <Company>nenu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dbpu</dc:creator>
  <cp:lastModifiedBy>Windows 用户</cp:lastModifiedBy>
  <cp:revision>319</cp:revision>
  <dcterms:created xsi:type="dcterms:W3CDTF">2016-01-02T09:31:00Z</dcterms:created>
  <dcterms:modified xsi:type="dcterms:W3CDTF">2019-04-09T08:34:08Z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2052-10.1.0.6030</vt:lpwstr>
  </property>
</Properties>
</file>