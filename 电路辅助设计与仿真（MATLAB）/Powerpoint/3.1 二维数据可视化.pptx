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6" r:id="rId2"/>
    <p:sldId id="312" r:id="rId3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1" d="100"/>
          <a:sy n="71" d="100"/>
        </p:scale>
        <p:origin x="656" y="52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75DDB91-7CED-4CA2-8876-20EA1509C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160637" y="2303983"/>
            <a:ext cx="3528392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二维数据可视化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447C4E4-5329-4400-A579-9D0C8B346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321362C5-F58C-4300-8E1E-93F5E71E0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412860B-6890-4ACF-9F54-C74A8A8E9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184576" cy="19442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基本二维曲线绘制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绘图辅助操作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双纵坐标、多子图绘制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图形的直接编辑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196</TotalTime>
  <Words>24</Words>
  <Application>Microsoft Office PowerPoint</Application>
  <PresentationFormat>自定义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华文楷体</vt:lpstr>
      <vt:lpstr>宋体</vt:lpstr>
      <vt:lpstr>Arial</vt:lpstr>
      <vt:lpstr>Calibri</vt:lpstr>
      <vt:lpstr>Times New Roman</vt:lpstr>
      <vt:lpstr>视频录制PPT模板</vt:lpstr>
      <vt:lpstr>PowerPoint 演示文稿</vt:lpstr>
      <vt:lpstr>主要内容</vt:lpstr>
    </vt:vector>
  </TitlesOfParts>
  <Company>nenu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 </cp:lastModifiedBy>
  <cp:revision>322</cp:revision>
  <dcterms:created xsi:type="dcterms:W3CDTF">2016-01-02T09:31:00Z</dcterms:created>
  <dcterms:modified xsi:type="dcterms:W3CDTF">2019-02-16T08:59:35Z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