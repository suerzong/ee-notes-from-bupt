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06" r:id="rId2"/>
    <p:sldId id="312" r:id="rId3"/>
    <p:sldId id="313" r:id="rId4"/>
    <p:sldId id="314" r:id="rId5"/>
    <p:sldId id="307" r:id="rId6"/>
    <p:sldId id="317" r:id="rId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07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1" d="100"/>
          <a:sy n="71" d="100"/>
        </p:scale>
        <p:origin x="656" y="52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CDAE69F-6752-490C-8B57-B268ABEEB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60637" y="2303983"/>
            <a:ext cx="28083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循环控制结构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6EED517-169D-49C4-8F1E-2F8ED0D81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循环结构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267E6B2-1099-484D-83FB-959C74B65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EDA9E358-D5CB-4DA4-A4B1-FA992D798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567" y="1747881"/>
            <a:ext cx="3442685" cy="12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for   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循环变量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语句组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sp>
        <p:nvSpPr>
          <p:cNvPr id="9" name="Text Box 0">
            <a:extLst>
              <a:ext uri="{FF2B5EF4-FFF2-40B4-BE49-F238E27FC236}">
                <a16:creationId xmlns:a16="http://schemas.microsoft.com/office/drawing/2014/main" id="{5F30C5D3-7139-4FBA-BD24-0AE702C1A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430" y="800060"/>
            <a:ext cx="556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主要用于以固定取值或循环次数的重复执行过程。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762E9B2-07CF-4B08-9262-B10530C33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567" y="3086858"/>
            <a:ext cx="3866463" cy="12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for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k=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初值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增量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终值  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语句组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3AA4489-509C-4776-AC53-946FD0411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Text Box 0">
            <a:extLst>
              <a:ext uri="{FF2B5EF4-FFF2-40B4-BE49-F238E27FC236}">
                <a16:creationId xmlns:a16="http://schemas.microsoft.com/office/drawing/2014/main" id="{5D671064-E0FF-4A2A-A7FF-F1E254773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047" y="1439887"/>
            <a:ext cx="4464050" cy="2121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s1=0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m=2:2:999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s1=s1+m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408A1A16-7FF2-4BC4-98A4-201B76D8A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5890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999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之间的所有偶数之和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0" name="Text Box 0">
            <a:extLst>
              <a:ext uri="{FF2B5EF4-FFF2-40B4-BE49-F238E27FC236}">
                <a16:creationId xmlns:a16="http://schemas.microsoft.com/office/drawing/2014/main" id="{125BFED7-56DC-49ED-B7C6-8AA500B1C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291" y="3717844"/>
            <a:ext cx="2554160" cy="356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s2=sum(2:2:999)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D4DBD7A-E8C8-4F01-9C08-75716BD75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4" name="Text Box 0">
            <a:extLst>
              <a:ext uri="{FF2B5EF4-FFF2-40B4-BE49-F238E27FC236}">
                <a16:creationId xmlns:a16="http://schemas.microsoft.com/office/drawing/2014/main" id="{4AC4575A-777C-4337-8312-B65E8D62D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4189741"/>
            <a:ext cx="556242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for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循环可以嵌套使用实现多重循环，但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必须成对出现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B929EFF4-BB72-4BDD-984A-04C8EC133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4" name="Rectangle 2">
            <a:extLst>
              <a:ext uri="{FF2B5EF4-FFF2-40B4-BE49-F238E27FC236}">
                <a16:creationId xmlns:a16="http://schemas.microsoft.com/office/drawing/2014/main" id="{1ACEBF75-1A37-4335-9EB7-28B4A407C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1" name="Text Box 0">
            <a:extLst>
              <a:ext uri="{FF2B5EF4-FFF2-40B4-BE49-F238E27FC236}">
                <a16:creationId xmlns:a16="http://schemas.microsoft.com/office/drawing/2014/main" id="{607FCD64-A08E-4716-B29E-364CDA91E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980" y="854656"/>
            <a:ext cx="54796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主要在不能或不易确定循环次数的情况下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使用。</a:t>
            </a: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id="{877EB8B4-8E62-478A-91B2-F448238A7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4533" y="1877420"/>
            <a:ext cx="23042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while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表达式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语句组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</a:p>
        </p:txBody>
      </p:sp>
      <p:graphicFrame>
        <p:nvGraphicFramePr>
          <p:cNvPr id="53" name="Object 1024">
            <a:extLst>
              <a:ext uri="{FF2B5EF4-FFF2-40B4-BE49-F238E27FC236}">
                <a16:creationId xmlns:a16="http://schemas.microsoft.com/office/drawing/2014/main" id="{C8182959-A1AC-475C-9770-7947EACF1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804719"/>
              </p:ext>
            </p:extLst>
          </p:nvPr>
        </p:nvGraphicFramePr>
        <p:xfrm>
          <a:off x="3384773" y="1361871"/>
          <a:ext cx="2573337" cy="323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Visio" r:id="rId4" imgW="3114668" imgH="3924294" progId="Visio.Drawing.11">
                  <p:embed/>
                </p:oleObj>
              </mc:Choice>
              <mc:Fallback>
                <p:oleObj name="Visio" r:id="rId4" imgW="3114668" imgH="3924294" progId="Visio.Drawing.11">
                  <p:embed/>
                  <p:pic>
                    <p:nvPicPr>
                      <p:cNvPr id="9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773" y="1361871"/>
                        <a:ext cx="2573337" cy="323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0">
            <a:extLst>
              <a:ext uri="{FF2B5EF4-FFF2-40B4-BE49-F238E27FC236}">
                <a16:creationId xmlns:a16="http://schemas.microsoft.com/office/drawing/2014/main" id="{5D31AAB9-5E3E-43A9-BADE-51BA76AAF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13" y="4650631"/>
            <a:ext cx="55624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while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sym typeface="Symbol" panose="05050102010706020507" pitchFamily="18" charset="2"/>
              </a:rPr>
              <a:t>与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end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必须成对出现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89E61C6-6BAC-48BE-ACDC-B29F80D7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1" name="Text Box 4">
            <a:extLst>
              <a:ext uri="{FF2B5EF4-FFF2-40B4-BE49-F238E27FC236}">
                <a16:creationId xmlns:a16="http://schemas.microsoft.com/office/drawing/2014/main" id="{14DF91F6-CFB1-47B8-AFD0-621001653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03" y="821680"/>
            <a:ext cx="53140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4.2-4 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求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MATLAB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中的最大实数。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44243ED-510F-490A-BE8E-68C38B5E8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334" y="114448"/>
            <a:ext cx="338437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循环结构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4" name="Text Box 1026">
            <a:extLst>
              <a:ext uri="{FF2B5EF4-FFF2-40B4-BE49-F238E27FC236}">
                <a16:creationId xmlns:a16="http://schemas.microsoft.com/office/drawing/2014/main" id="{2DB99C0D-B1BF-48A4-9055-24E53C5D5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557" y="1433589"/>
            <a:ext cx="2053753" cy="2562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x=1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 x~=inf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x1=x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x=2*x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1229572598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498</TotalTime>
  <Words>174</Words>
  <Application>Microsoft Office PowerPoint</Application>
  <PresentationFormat>自定义</PresentationFormat>
  <Paragraphs>35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华文楷体</vt:lpstr>
      <vt:lpstr>宋体</vt:lpstr>
      <vt:lpstr>Arial</vt:lpstr>
      <vt:lpstr>Calibri</vt:lpstr>
      <vt:lpstr>Times New Roman</vt:lpstr>
      <vt:lpstr>视频录制PPT模板</vt:lpstr>
      <vt:lpstr>Visio</vt:lpstr>
      <vt:lpstr>PowerPoint 演示文稿</vt:lpstr>
      <vt:lpstr>主要内容</vt:lpstr>
      <vt:lpstr>1. for循环结构</vt:lpstr>
      <vt:lpstr>1. for循环结构</vt:lpstr>
      <vt:lpstr>2.  while循环结构</vt:lpstr>
      <vt:lpstr>2.  while循环结构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 </cp:lastModifiedBy>
  <cp:revision>348</cp:revision>
  <dcterms:created xsi:type="dcterms:W3CDTF">2016-01-02T09:31:00Z</dcterms:created>
  <dcterms:modified xsi:type="dcterms:W3CDTF">2019-02-16T03:54:46Z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