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6" r:id="rId2"/>
    <p:sldId id="312" r:id="rId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1" d="100"/>
          <a:sy n="71" d="100"/>
        </p:scale>
        <p:origin x="656" y="52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2099B5D-6817-455B-9E90-D1A0D9C2C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80517" y="2303983"/>
            <a:ext cx="532859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的结构化程序设计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0E564C4-FFFD-4C43-AB54-D4285CF93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条件控制结构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循环控制结构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其他常用语句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436</TotalTime>
  <Words>13</Words>
  <Application>Microsoft Office PowerPoint</Application>
  <PresentationFormat>自定义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华文楷体</vt:lpstr>
      <vt:lpstr>宋体</vt:lpstr>
      <vt:lpstr>Arial</vt:lpstr>
      <vt:lpstr>Calibri</vt:lpstr>
      <vt:lpstr>Times New Roman</vt:lpstr>
      <vt:lpstr>视频录制PPT模板</vt:lpstr>
      <vt:lpstr>PowerPoint 演示文稿</vt:lpstr>
      <vt:lpstr>主要内容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 </cp:lastModifiedBy>
  <cp:revision>337</cp:revision>
  <dcterms:created xsi:type="dcterms:W3CDTF">2016-01-02T09:31:00Z</dcterms:created>
  <dcterms:modified xsi:type="dcterms:W3CDTF">2019-02-16T09:00:23Z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