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6" r:id="rId2"/>
    <p:sldId id="312" r:id="rId3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1" d="100"/>
          <a:sy n="71" d="100"/>
        </p:scale>
        <p:origin x="656" y="52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C8EDEA7-F302-4005-B66D-5D452620A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133206" y="2375991"/>
            <a:ext cx="3600400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矩阵的分析与处理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3B1921D-917E-4DEC-9C82-3C521D11B4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6048672" cy="16561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的行列式、秩与迹及特征值分析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的逆与线性方程组求解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矩阵的分解与变换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160</TotalTime>
  <Words>24</Words>
  <Application>Microsoft Office PowerPoint</Application>
  <PresentationFormat>自定义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华文楷体</vt:lpstr>
      <vt:lpstr>宋体</vt:lpstr>
      <vt:lpstr>Arial</vt:lpstr>
      <vt:lpstr>Calibri</vt:lpstr>
      <vt:lpstr>Times New Roman</vt:lpstr>
      <vt:lpstr>视频录制PPT模板</vt:lpstr>
      <vt:lpstr>PowerPoint 演示文稿</vt:lpstr>
      <vt:lpstr>主要内容</vt:lpstr>
    </vt:vector>
  </TitlesOfParts>
  <Company>nenu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 </cp:lastModifiedBy>
  <cp:revision>313</cp:revision>
  <dcterms:created xsi:type="dcterms:W3CDTF">2016-01-02T09:31:00Z</dcterms:created>
  <dcterms:modified xsi:type="dcterms:W3CDTF">2019-02-16T08:53:32Z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