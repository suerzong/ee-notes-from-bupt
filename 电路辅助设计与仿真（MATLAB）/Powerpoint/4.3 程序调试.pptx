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306" r:id="rId2"/>
    <p:sldId id="312" r:id="rId3"/>
    <p:sldId id="313" r:id="rId4"/>
    <p:sldId id="318" r:id="rId5"/>
    <p:sldId id="310" r:id="rId6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  <p14:sldId id="313"/>
            <p14:sldId id="318"/>
            <p14:sldId id="3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8" d="100"/>
          <a:sy n="78" d="100"/>
        </p:scale>
        <p:origin x="648" y="114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7BA43AE3-355A-43A5-8CDD-7F2274902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800597" y="2303983"/>
            <a:ext cx="5112568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kumimoji="0" lang="zh-CN" alt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文件的注释和程序调试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F75EBCB2-BE9E-4CAA-AFBF-2DC5E319D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="" xmlns:a16="http://schemas.microsoft.com/office/drawing/2014/main" id="{321362C5-F58C-4300-8E1E-93F5E71E0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="" xmlns:a16="http://schemas.microsoft.com/office/drawing/2014/main" id="{C412860B-6890-4ACF-9F54-C74A8A8E9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5688632" cy="15121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</a:t>
            </a:r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文件</a:t>
            </a:r>
            <a:r>
              <a:rPr lang="zh-CN" alt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的注释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r>
              <a:rPr lang="zh-CN" altLang="en-US" sz="2400" dirty="0" smtClean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程序调试</a:t>
            </a:r>
            <a:endParaRPr lang="en-US" altLang="zh-CN" sz="2400" dirty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/>
            <a:endParaRPr lang="zh-CN" altLang="en-US" sz="2400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="" xmlns:a16="http://schemas.microsoft.com/office/drawing/2014/main" id="{4744C5A0-4D5B-4CD5-A6F5-7E24805456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4" y="0"/>
            <a:ext cx="11520311" cy="64801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1A8DEBAE-2D9A-490A-9FD1-EF1522EA3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6120680" cy="754633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1.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文件</a:t>
            </a:r>
            <a:r>
              <a:rPr lang="zh-CN" altLang="en-US" sz="2800" b="1" dirty="0" smtClean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</a:rPr>
              <a:t>的注释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="" xmlns:a16="http://schemas.microsoft.com/office/drawing/2014/main" id="{2EB73202-713C-4D8B-A2E9-43709FA153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509" y="2374241"/>
            <a:ext cx="5616624" cy="16722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 smtClean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</a:rPr>
              <a:t>程序中如果有不想让其运行的语句，</a:t>
            </a:r>
            <a:endParaRPr lang="en-US" altLang="zh-CN" sz="2400" b="1" dirty="0" smtClean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</a:rPr>
              <a:t>   则在其前面加“</a:t>
            </a:r>
            <a:r>
              <a:rPr lang="en-US" altLang="zh-CN" sz="2400" b="1" dirty="0" smtClean="0">
                <a:solidFill>
                  <a:schemeClr val="bg1"/>
                </a:solidFill>
                <a:latin typeface="+mn-ea"/>
                <a:ea typeface="+mn-ea"/>
              </a:rPr>
              <a:t>%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</a:rPr>
              <a:t>”，这样，程序执</a:t>
            </a:r>
            <a:endParaRPr lang="en-US" altLang="zh-CN" sz="2400" b="1" dirty="0" smtClean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en-US" altLang="zh-CN" sz="2400" b="1" dirty="0" smtClean="0">
                <a:solidFill>
                  <a:schemeClr val="bg1"/>
                </a:solidFill>
                <a:latin typeface="+mn-ea"/>
                <a:ea typeface="+mn-ea"/>
              </a:rPr>
              <a:t>  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</a:rPr>
              <a:t>行到此跳过该语句继续执行后面的语</a:t>
            </a:r>
            <a:endParaRPr lang="en-US" altLang="zh-CN" sz="2400" b="1" dirty="0" smtClean="0">
              <a:solidFill>
                <a:schemeClr val="bg1"/>
              </a:solidFill>
              <a:latin typeface="+mn-ea"/>
              <a:ea typeface="+mn-ea"/>
            </a:endParaRPr>
          </a:p>
          <a:p>
            <a:pPr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en-US" altLang="zh-CN" sz="2400" b="1" dirty="0" smtClean="0">
                <a:solidFill>
                  <a:schemeClr val="bg1"/>
                </a:solidFill>
                <a:latin typeface="+mn-ea"/>
                <a:ea typeface="+mn-ea"/>
              </a:rPr>
              <a:t>  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</a:rPr>
              <a:t>句。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5" name="Text Box 4">
            <a:extLst>
              <a:ext uri="{FF2B5EF4-FFF2-40B4-BE49-F238E27FC236}">
                <a16:creationId xmlns="" xmlns:a16="http://schemas.microsoft.com/office/drawing/2014/main" id="{8EB37D8C-7543-45DD-8657-0033F47C7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509" y="947120"/>
            <a:ext cx="5904656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kern="0" dirty="0" smtClean="0">
                <a:solidFill>
                  <a:srgbClr val="FF3300"/>
                </a:solidFill>
                <a:latin typeface="+mn-ea"/>
                <a:sym typeface="Symbol" panose="05050102010706020507" pitchFamily="18" charset="2"/>
              </a:rPr>
              <a:t> 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</a:rPr>
              <a:t>注释语句以百分号“</a:t>
            </a:r>
            <a:r>
              <a:rPr lang="en-US" altLang="zh-CN" sz="2400" b="1" dirty="0" smtClean="0">
                <a:solidFill>
                  <a:srgbClr val="FF0000"/>
                </a:solidFill>
                <a:latin typeface="+mn-ea"/>
                <a:ea typeface="+mn-ea"/>
              </a:rPr>
              <a:t>%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</a:rPr>
              <a:t>”开头，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</a:rPr>
              <a:t>语句体</a:t>
            </a:r>
            <a:endParaRPr lang="en-US" altLang="zh-CN" sz="2400" b="1" dirty="0" smtClean="0">
              <a:solidFill>
                <a:schemeClr val="bg1"/>
              </a:solidFill>
              <a:latin typeface="+mn-ea"/>
              <a:ea typeface="+mn-ea"/>
            </a:endParaRPr>
          </a:p>
          <a:p>
            <a:pPr algn="just"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</a:rPr>
              <a:t>   颜色自动变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</a:rPr>
              <a:t>为绿色。注释语句不是运</a:t>
            </a:r>
            <a:endParaRPr lang="en-US" altLang="zh-CN" sz="2400" b="1" dirty="0" smtClean="0">
              <a:solidFill>
                <a:schemeClr val="bg1"/>
              </a:solidFill>
              <a:latin typeface="+mn-ea"/>
              <a:ea typeface="+mn-ea"/>
            </a:endParaRPr>
          </a:p>
          <a:p>
            <a:pPr algn="just" eaLnBrk="1" hangingPunct="1">
              <a:lnSpc>
                <a:spcPts val="2000"/>
              </a:lnSpc>
              <a:spcBef>
                <a:spcPct val="50000"/>
              </a:spcBef>
              <a:buClrTx/>
              <a:buSzTx/>
              <a:buNone/>
            </a:pPr>
            <a:r>
              <a:rPr lang="en-US" altLang="zh-CN" sz="2400" b="1" dirty="0">
                <a:solidFill>
                  <a:schemeClr val="bg1"/>
                </a:solidFill>
                <a:latin typeface="+mn-ea"/>
                <a:ea typeface="+mn-ea"/>
              </a:rPr>
              <a:t> </a:t>
            </a:r>
            <a:r>
              <a:rPr lang="en-US" altLang="zh-CN" sz="2400" b="1" dirty="0" smtClean="0">
                <a:solidFill>
                  <a:schemeClr val="bg1"/>
                </a:solidFill>
                <a:latin typeface="+mn-ea"/>
                <a:ea typeface="+mn-ea"/>
              </a:rPr>
              <a:t>  </a:t>
            </a:r>
            <a:r>
              <a:rPr lang="zh-CN" altLang="en-US" sz="2400" b="1" dirty="0" smtClean="0">
                <a:solidFill>
                  <a:schemeClr val="bg1"/>
                </a:solidFill>
                <a:latin typeface="+mn-ea"/>
                <a:ea typeface="+mn-ea"/>
              </a:rPr>
              <a:t>行语句。</a:t>
            </a:r>
            <a:endParaRPr lang="zh-CN" altLang="en-US" sz="24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0252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="" xmlns:a16="http://schemas.microsoft.com/office/drawing/2014/main" id="{7C666167-4661-41B0-B6C9-DF534DA804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65703753-203C-4298-85B4-4A0446240D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88429" y="79876"/>
            <a:ext cx="4248472" cy="754633"/>
          </a:xfrm>
        </p:spPr>
        <p:txBody>
          <a:bodyPr/>
          <a:lstStyle/>
          <a:p>
            <a:pPr eaLnBrk="1" hangingPunct="1"/>
            <a:r>
              <a:rPr lang="en-US" altLang="zh-CN" sz="2800" b="1" dirty="0" smtClean="0">
                <a:solidFill>
                  <a:srgbClr val="0000FF"/>
                </a:solidFill>
                <a:latin typeface="Times New Roman" panose="02020603050405020304" pitchFamily="18" charset="0"/>
              </a:rPr>
              <a:t>2. </a:t>
            </a:r>
            <a:r>
              <a:rPr lang="zh-CN" altLang="en-US" sz="2800" b="1" dirty="0" smtClean="0">
                <a:solidFill>
                  <a:srgbClr val="0000FF"/>
                </a:solidFill>
                <a:latin typeface="+mn-ea"/>
                <a:ea typeface="+mn-ea"/>
              </a:rPr>
              <a:t>程序的调试</a:t>
            </a:r>
            <a:endParaRPr lang="zh-CN" altLang="en-US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63385" y="781515"/>
            <a:ext cx="5759450" cy="862416"/>
          </a:xfrm>
          <a:prstGeom prst="rect">
            <a:avLst/>
          </a:prstGeom>
        </p:spPr>
        <p:txBody>
          <a:bodyPr>
            <a:spAutoFit/>
          </a:bodyPr>
          <a:lstStyle/>
          <a:p>
            <a:pPr marR="0" lvl="0" algn="just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altLang="zh-CN" sz="2400" b="1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MATLAB</a:t>
            </a:r>
            <a:r>
              <a:rPr lang="zh-CN" altLang="en-US" sz="2400" b="1" kern="0" dirty="0" smtClean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自动检查和显示程序错误的能力很强，易于调试</a:t>
            </a:r>
            <a:r>
              <a:rPr lang="zh-CN" altLang="en-US" sz="2400" b="1" kern="0" dirty="0" smtClean="0">
                <a:solidFill>
                  <a:srgbClr val="000000"/>
                </a:solidFill>
                <a:latin typeface="+mn-ea"/>
                <a:ea typeface="+mn-ea"/>
              </a:rPr>
              <a:t>。</a:t>
            </a:r>
            <a:endParaRPr lang="zh-CN" altLang="en-US" sz="2400" b="1" kern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863385" y="1718576"/>
            <a:ext cx="575945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marR="0" lvl="0" algn="just" defTabSz="914400" eaLnBrk="1" fontAlgn="auto" latinLnBrk="0" hangingPunct="1">
              <a:lnSpc>
                <a:spcPts val="32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zh-CN" altLang="en-US" sz="2400" b="1" kern="0" dirty="0" smtClean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如果程序有错误，则程序停止运行，并将错误显示在命令窗口，而且提示错误所在的位置以及错误原因</a:t>
            </a:r>
            <a:r>
              <a:rPr lang="zh-CN" altLang="en-US" sz="2400" b="1" kern="0" dirty="0" smtClean="0">
                <a:solidFill>
                  <a:srgbClr val="000000"/>
                </a:solidFill>
                <a:latin typeface="+mn-ea"/>
                <a:ea typeface="+mn-ea"/>
              </a:rPr>
              <a:t>。</a:t>
            </a:r>
            <a:endParaRPr lang="zh-CN" altLang="en-US" sz="2400" b="1" kern="0" dirty="0">
              <a:solidFill>
                <a:srgbClr val="0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1291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="" xmlns:a16="http://schemas.microsoft.com/office/drawing/2014/main" id="{2D0C0B45-3442-4B98-A2C4-A0E4ECAD67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875283"/>
      </p:ext>
    </p:extLst>
  </p:cSld>
  <p:clrMapOvr>
    <a:masterClrMapping/>
  </p:clrMapOvr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1334</TotalTime>
  <Words>136</Words>
  <Application>Microsoft Office PowerPoint</Application>
  <PresentationFormat>自定义</PresentationFormat>
  <Paragraphs>15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华文楷体</vt:lpstr>
      <vt:lpstr>宋体</vt:lpstr>
      <vt:lpstr>Arial</vt:lpstr>
      <vt:lpstr>Calibri</vt:lpstr>
      <vt:lpstr>Symbol</vt:lpstr>
      <vt:lpstr>Times New Roman</vt:lpstr>
      <vt:lpstr>Wingdings</vt:lpstr>
      <vt:lpstr>视频录制PPT模板</vt:lpstr>
      <vt:lpstr>PowerPoint 演示文稿</vt:lpstr>
      <vt:lpstr>主要内容</vt:lpstr>
      <vt:lpstr>1. M文件的注释</vt:lpstr>
      <vt:lpstr>2. 程序的调试</vt:lpstr>
      <vt:lpstr>PowerPoint 演示文稿</vt:lpstr>
    </vt:vector>
  </TitlesOfParts>
  <Company>nenu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Windows 用户</cp:lastModifiedBy>
  <cp:revision>352</cp:revision>
  <dcterms:created xsi:type="dcterms:W3CDTF">2016-01-02T09:31:00Z</dcterms:created>
  <dcterms:modified xsi:type="dcterms:W3CDTF">2019-02-20T04:04:09Z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