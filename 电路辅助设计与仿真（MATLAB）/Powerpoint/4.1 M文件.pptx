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06" r:id="rId2"/>
    <p:sldId id="312" r:id="rId3"/>
    <p:sldId id="313" r:id="rId4"/>
    <p:sldId id="318" r:id="rId5"/>
    <p:sldId id="314" r:id="rId6"/>
    <p:sldId id="307" r:id="rId7"/>
    <p:sldId id="315" r:id="rId8"/>
    <p:sldId id="319" r:id="rId9"/>
    <p:sldId id="316" r:id="rId10"/>
    <p:sldId id="310" r:id="rId11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3"/>
            <p14:sldId id="318"/>
            <p14:sldId id="314"/>
            <p14:sldId id="307"/>
            <p14:sldId id="315"/>
            <p14:sldId id="319"/>
            <p14:sldId id="316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114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7BA43AE3-355A-43A5-8CDD-7F2274902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810610" y="2303983"/>
            <a:ext cx="1800200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文件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F75EBCB2-BE9E-4CAA-AFBF-2DC5E319D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321362C5-F58C-4300-8E1E-93F5E71E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xmlns="" id="{C412860B-6890-4ACF-9F54-C74A8A8E9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688632" cy="15121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文件的创建、保存、打开和运行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主程序文件和函数文件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4744C5A0-4D5B-4CD5-A6F5-7E2480545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1A8DEBAE-2D9A-490A-9FD1-EF1522EA3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612068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文件的创建、保存、打开和运行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xmlns="" id="{98961A25-313B-463D-AA8E-CE40ADDAB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509" y="1793980"/>
            <a:ext cx="4896544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菜单方式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File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New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Script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xmlns="" id="{2EB73202-713C-4D8B-A2E9-43709FA15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509" y="2361192"/>
            <a:ext cx="5400600" cy="78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快捷键方式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：单击快捷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工具栏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上的 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 对应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图标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xmlns="" id="{5B760727-0E6F-42D9-BD74-7D2811142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509" y="3240087"/>
            <a:ext cx="4536504" cy="79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命令方式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：在命令窗口键入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“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edit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文件名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”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xmlns="" id="{013BE167-0B8F-46E9-B9CF-DC167B940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05" y="770573"/>
            <a:ext cx="286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1.1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文件的创建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xmlns="" id="{8EB37D8C-7543-45DD-8657-0033F47C7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25" y="1280636"/>
            <a:ext cx="3744416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在文本编辑窗“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editor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02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3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7C666167-4661-41B0-B6C9-DF534DA80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65703753-203C-4298-85B4-4A0446240D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612068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文件的创建、保存、打开和运行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xmlns="" id="{FF689C64-EBDC-4FEE-84FD-7F23AEFED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882" y="1232238"/>
            <a:ext cx="3828964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菜单方式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File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Save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xmlns="" id="{71A2CA82-8218-4BB4-9E00-54FACD592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160" y="1759469"/>
            <a:ext cx="5976664" cy="78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快捷键方式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：单击快捷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工具栏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上的对应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  图标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xmlns="" id="{D8878F54-3843-4E36-B76A-24784B2CD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882" y="2623872"/>
            <a:ext cx="5868074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运行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保存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：如果事先没有保存就运行，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则单击工具栏的运行图标后，系统会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提示进行保存。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xmlns="" id="{1D383B0F-0717-4A18-A9B3-461FF62CD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05" y="770573"/>
            <a:ext cx="286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1.2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文件的保存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xmlns="" id="{DB8C70DF-CCDE-49FE-B907-6E738340F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882" y="3832489"/>
            <a:ext cx="3828964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kern="0" dirty="0">
                <a:solidFill>
                  <a:srgbClr val="0000FF"/>
                </a:solidFill>
                <a:latin typeface="+mn-ea"/>
                <a:sym typeface="Symbol" panose="05050102010706020507" pitchFamily="18" charset="2"/>
              </a:rPr>
              <a:t>另存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File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Save As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xmlns="" id="{C65C3479-D241-480F-9DAD-AB8ED67C1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073" y="4325006"/>
            <a:ext cx="5868074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说明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文件的后缀是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。例如：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zu1.m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7129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F73AD3BD-4C27-4CE8-92C1-4C1D09906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0" name="Rectangle 2">
            <a:extLst>
              <a:ext uri="{FF2B5EF4-FFF2-40B4-BE49-F238E27FC236}">
                <a16:creationId xmlns:a16="http://schemas.microsoft.com/office/drawing/2014/main" xmlns="" id="{45BD8BB9-F54D-4AA8-9ADF-0B884FDB2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4896544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文件的创建、打开和运行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xmlns="" id="{C093E4D0-42D7-41F8-AA87-E839826A9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687" y="1374815"/>
            <a:ext cx="3741238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菜单方式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File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xmlns="" id="{76016049-2253-41A8-BDEC-778AE3D60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687" y="2014064"/>
            <a:ext cx="5325414" cy="78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快捷键方式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：单击快捷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工具栏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上的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 对应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图标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xmlns="" id="{DC802CAD-68B2-4432-AC8B-76BDE9D31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43" y="2892959"/>
            <a:ext cx="5101642" cy="79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命令方式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：在命令窗口键入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“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edit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文件名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为已有的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</a:rPr>
              <a:t>文件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”</a:t>
            </a: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xmlns="" id="{54EA6071-5C06-4437-8852-A18A39B63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05" y="770573"/>
            <a:ext cx="286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1.3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文件的打开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633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xmlns="" id="{D08F1082-BE28-470F-B7DF-6EA76F66C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30" name="Rectangle 2">
            <a:extLst>
              <a:ext uri="{FF2B5EF4-FFF2-40B4-BE49-F238E27FC236}">
                <a16:creationId xmlns:a16="http://schemas.microsoft.com/office/drawing/2014/main" xmlns="" id="{78F12D0B-367D-48D8-80E2-1723988DE4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4896544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文件的创建、打开和运行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31" name="Text Box 4">
            <a:extLst>
              <a:ext uri="{FF2B5EF4-FFF2-40B4-BE49-F238E27FC236}">
                <a16:creationId xmlns:a16="http://schemas.microsoft.com/office/drawing/2014/main" xmlns="" id="{37A7713F-62B6-4DDF-9AE7-1A1B27DC8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687" y="1290943"/>
            <a:ext cx="4749350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editor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环境下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单击“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”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" name="Text Box 4">
            <a:extLst>
              <a:ext uri="{FF2B5EF4-FFF2-40B4-BE49-F238E27FC236}">
                <a16:creationId xmlns:a16="http://schemas.microsoft.com/office/drawing/2014/main" xmlns="" id="{F8375731-4AE2-424E-B8E6-AC11FC26D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687" y="1839754"/>
            <a:ext cx="4749350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快捷键方式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：按键盘上的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F5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xmlns="" id="{5141DD4A-F2D0-4DC8-9702-4A11B9A5D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687" y="2388565"/>
            <a:ext cx="5397422" cy="463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命令方式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：在命令窗口键入文件名  </a:t>
            </a: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xmlns="" id="{95D4B9AF-B5BA-46F5-87AB-BB28E04B3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05" y="770573"/>
            <a:ext cx="2864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1.4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文件的运行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xmlns="" id="{680B9A9F-A4A0-4B7A-87AD-AB212E4AA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0" name="Rectangle 2">
            <a:extLst>
              <a:ext uri="{FF2B5EF4-FFF2-40B4-BE49-F238E27FC236}">
                <a16:creationId xmlns:a16="http://schemas.microsoft.com/office/drawing/2014/main" xmlns="" id="{0C30851C-D1AB-4E2C-ADAE-E49BC0C060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4896544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主程序文件和函数文件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26" name="Text Box 5">
            <a:extLst>
              <a:ext uri="{FF2B5EF4-FFF2-40B4-BE49-F238E27FC236}">
                <a16:creationId xmlns:a16="http://schemas.microsoft.com/office/drawing/2014/main" xmlns="" id="{0ACA1ACE-19A6-47F3-A121-455FD803D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6" y="849879"/>
            <a:ext cx="48965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主程序文件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：用户编制的程序。</a:t>
            </a:r>
            <a:endParaRPr lang="en-US" altLang="zh-CN" sz="2400" b="1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28" name="Text Box 5">
            <a:extLst>
              <a:ext uri="{FF2B5EF4-FFF2-40B4-BE49-F238E27FC236}">
                <a16:creationId xmlns:a16="http://schemas.microsoft.com/office/drawing/2014/main" xmlns="" id="{8343CDFA-84A6-4502-8232-44B871C89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712" y="1322449"/>
            <a:ext cx="291760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主程序的特点</a:t>
            </a:r>
            <a:endParaRPr lang="en-US" altLang="zh-CN" sz="2400" b="1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29" name="Text Box 4">
            <a:extLst>
              <a:ext uri="{FF2B5EF4-FFF2-40B4-BE49-F238E27FC236}">
                <a16:creationId xmlns:a16="http://schemas.microsoft.com/office/drawing/2014/main" xmlns="" id="{53F0C6FA-FA2F-470D-BD28-E1335D5A4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712" y="1871935"/>
            <a:ext cx="5596413" cy="167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）用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clear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clear all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close all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开头；</a:t>
            </a:r>
            <a:endParaRPr lang="en-US" altLang="zh-CN" sz="2400" b="1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）注释行，以％开头。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）程序主体，定义全局变量</a:t>
            </a:r>
            <a:endParaRPr lang="en-US" altLang="zh-CN" sz="2400" b="1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 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global  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变量名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 …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246944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xmlns="" id="{2A43B003-EE69-4BE3-911D-695C32957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xmlns="" id="{073C4FF0-FC30-4DE0-A301-9A5F050DD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4896544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主程序文件和函数文件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xmlns="" id="{F7508F9C-B83C-4B70-AB51-3ACB84FC4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77" y="906034"/>
            <a:ext cx="6164147" cy="78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函数文件：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子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程序文件。必须以函数定义</a:t>
            </a:r>
            <a:endParaRPr lang="en-US" altLang="zh-CN" sz="24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  为第一行内容。</a:t>
            </a: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xmlns="" id="{DD381795-0EE2-4D00-A6B3-24AE63880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327" y="1767519"/>
            <a:ext cx="6046387" cy="1289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函数文件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必须以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function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开始，且必须有函数名；可以有输入、输出变量；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除用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global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说明外，否则变量均为局部变量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8934ED9D-C15E-4F4B-92D6-001670343A54}"/>
              </a:ext>
            </a:extLst>
          </p:cNvPr>
          <p:cNvSpPr/>
          <p:nvPr/>
        </p:nvSpPr>
        <p:spPr>
          <a:xfrm>
            <a:off x="913162" y="3147446"/>
            <a:ext cx="60463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函数文件可以是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MATLAB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本身提供的，也可以</a:t>
            </a:r>
            <a:r>
              <a:rPr lang="zh-CN" altLang="en-US" sz="2400" b="1" dirty="0" smtClean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是用户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编制的程序。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8707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6ED1F680-FC0B-4F9E-8B2E-A48992CD7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0" name="Text Box 1">
            <a:extLst>
              <a:ext uri="{FF2B5EF4-FFF2-40B4-BE49-F238E27FC236}">
                <a16:creationId xmlns:a16="http://schemas.microsoft.com/office/drawing/2014/main" xmlns="" id="{194F2343-E898-4D7E-8432-5C6C6D490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429" y="1306489"/>
            <a:ext cx="587111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function y=humps(x)</a:t>
            </a: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y= 1./((x-0.3).^2+0.01)+1./((x-.9).^2+.04)-6;</a:t>
            </a: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xmlns="" id="{E9DD2F37-DE75-47CB-AC8D-620255B9E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856282"/>
            <a:ext cx="1512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4.1-1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xmlns="" id="{9087A31A-2395-45AA-8E8A-AB6293704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4896544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主程序文件和函数文件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Object 0">
            <a:extLst>
              <a:ext uri="{FF2B5EF4-FFF2-40B4-BE49-F238E27FC236}">
                <a16:creationId xmlns:a16="http://schemas.microsoft.com/office/drawing/2014/main" xmlns="" id="{D19ECDA2-B95A-448F-A3E9-0764C4A591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091587"/>
              </p:ext>
            </p:extLst>
          </p:nvPr>
        </p:nvGraphicFramePr>
        <p:xfrm>
          <a:off x="1210824" y="2559075"/>
          <a:ext cx="5155753" cy="833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4" imgW="2679480" imgH="431640" progId="Equation.DSMT4">
                  <p:embed/>
                </p:oleObj>
              </mc:Choice>
              <mc:Fallback>
                <p:oleObj name="Equation" r:id="rId4" imgW="2679480" imgH="431640" progId="Equation.DSMT4">
                  <p:embed/>
                  <p:pic>
                    <p:nvPicPr>
                      <p:cNvPr id="1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0824" y="2559075"/>
                        <a:ext cx="5155753" cy="8334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06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2D0C0B45-3442-4B98-A2C4-A0E4ECAD6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75283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1311</TotalTime>
  <Words>417</Words>
  <Application>Microsoft Office PowerPoint</Application>
  <PresentationFormat>自定义</PresentationFormat>
  <Paragraphs>50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华文楷体</vt:lpstr>
      <vt:lpstr>宋体</vt:lpstr>
      <vt:lpstr>Arial</vt:lpstr>
      <vt:lpstr>Calibri</vt:lpstr>
      <vt:lpstr>Symbol</vt:lpstr>
      <vt:lpstr>Times New Roman</vt:lpstr>
      <vt:lpstr>Wingdings</vt:lpstr>
      <vt:lpstr>视频录制PPT模板</vt:lpstr>
      <vt:lpstr>Equation</vt:lpstr>
      <vt:lpstr>PowerPoint 演示文稿</vt:lpstr>
      <vt:lpstr>主要内容</vt:lpstr>
      <vt:lpstr>1. M文件的创建、保存、打开和运行</vt:lpstr>
      <vt:lpstr>1. M文件的创建、保存、打开和运行</vt:lpstr>
      <vt:lpstr>1. M文件的创建、打开和运行</vt:lpstr>
      <vt:lpstr>1. M文件的创建、打开和运行</vt:lpstr>
      <vt:lpstr>2. 主程序文件和函数文件</vt:lpstr>
      <vt:lpstr>2. 主程序文件和函数文件</vt:lpstr>
      <vt:lpstr>2. 主程序文件和函数文件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347</cp:revision>
  <dcterms:created xsi:type="dcterms:W3CDTF">2016-01-02T09:31:00Z</dcterms:created>
  <dcterms:modified xsi:type="dcterms:W3CDTF">2019-02-20T01:45:29Z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