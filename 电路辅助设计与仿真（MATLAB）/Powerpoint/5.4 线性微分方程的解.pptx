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06" r:id="rId2"/>
    <p:sldId id="310" r:id="rId3"/>
    <p:sldId id="316" r:id="rId4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0"/>
            <p14:sldId id="3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3.jpg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10" Type="http://schemas.openxmlformats.org/officeDocument/2006/relationships/image" Target="../media/image12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EC97DF20-AD82-4509-BB7A-655F08F86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280261" y="2375991"/>
            <a:ext cx="3456384" cy="74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线性微分方程的解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7394F0C0-01EB-42EB-AF40-1F114DFC9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32445" y="227067"/>
            <a:ext cx="74888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线性微分方程的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解</a:t>
            </a:r>
            <a:r>
              <a:rPr lang="en-US" altLang="zh-CN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rPr>
              <a:t>拉普拉斯变换法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78982" y="773078"/>
            <a:ext cx="6353056" cy="913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首先利用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拉普拉斯变换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将线性常微分方程变换为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代数方程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，响应的表达式为</a:t>
            </a:r>
            <a:r>
              <a: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的有理分式。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43774" y="2336785"/>
            <a:ext cx="648072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）部分分式展开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（假设分母比分子阶数高）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0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153232"/>
              </p:ext>
            </p:extLst>
          </p:nvPr>
        </p:nvGraphicFramePr>
        <p:xfrm>
          <a:off x="2904971" y="4516276"/>
          <a:ext cx="4055277" cy="474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" name="Equation" r:id="rId4" imgW="1942920" imgH="228600" progId="Equation.DSMT4">
                  <p:embed/>
                </p:oleObj>
              </mc:Choice>
              <mc:Fallback>
                <p:oleObj name="Equation" r:id="rId4" imgW="1942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4971" y="4516276"/>
                        <a:ext cx="4055277" cy="474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33347" y="3604606"/>
            <a:ext cx="3024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）求反变换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368549" y="2729019"/>
            <a:ext cx="2728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r,p,k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]=residue(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b,a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446761"/>
              </p:ext>
            </p:extLst>
          </p:nvPr>
        </p:nvGraphicFramePr>
        <p:xfrm>
          <a:off x="3389121" y="3062817"/>
          <a:ext cx="35290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Equation" r:id="rId6" imgW="1892160" imgH="419040" progId="Equation.DSMT4">
                  <p:embed/>
                </p:oleObj>
              </mc:Choice>
              <mc:Fallback>
                <p:oleObj name="Equation" r:id="rId6" imgW="18921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121" y="3062817"/>
                        <a:ext cx="35290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">
            <a:extLst>
              <a:ext uri="{FF2B5EF4-FFF2-40B4-BE49-F238E27FC236}">
                <a16:creationId xmlns:a16="http://schemas.microsoft.com/office/drawing/2014/main" xmlns="" id="{004E18D4-D2E7-487A-84BC-18558649F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257402"/>
              </p:ext>
            </p:extLst>
          </p:nvPr>
        </p:nvGraphicFramePr>
        <p:xfrm>
          <a:off x="1896871" y="1603324"/>
          <a:ext cx="14922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Equation" r:id="rId8" imgW="799920" imgH="419040" progId="Equation.DSMT4">
                  <p:embed/>
                </p:oleObj>
              </mc:Choice>
              <mc:Fallback>
                <p:oleObj name="Equation" r:id="rId8" imgW="799920" imgH="419040" progId="Equation.DSMT4">
                  <p:embed/>
                  <p:pic>
                    <p:nvPicPr>
                      <p:cNvPr id="1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6871" y="1603324"/>
                        <a:ext cx="14922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1362980" y="3994326"/>
            <a:ext cx="5785129" cy="464017"/>
            <a:chOff x="1362980" y="3994326"/>
            <a:chExt cx="5785129" cy="464017"/>
          </a:xfrm>
        </p:grpSpPr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362980" y="3996678"/>
              <a:ext cx="54537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y(t)=r(1)*</a:t>
              </a:r>
              <a:r>
                <a:rPr lang="en-US" altLang="zh-CN" sz="24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exp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(p(1)*t)+ r(2)*</a:t>
              </a:r>
              <a:r>
                <a:rPr lang="en-US" altLang="zh-CN" sz="24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exp</a:t>
              </a: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(p(2)*t</a:t>
              </a:r>
              <a:r>
                <a:rPr lang="en-US" altLang="zh-CN" sz="24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)+</a:t>
              </a:r>
              <a:endPara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6615591" y="3994326"/>
                  <a:ext cx="53251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5591" y="3994326"/>
                  <a:ext cx="532518" cy="461665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287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385FE147-85EC-4D5D-833A-2118CD16E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9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1628</TotalTime>
  <Words>68</Words>
  <Application>Microsoft Office PowerPoint</Application>
  <PresentationFormat>自定义</PresentationFormat>
  <Paragraphs>8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华文楷体</vt:lpstr>
      <vt:lpstr>宋体</vt:lpstr>
      <vt:lpstr>Arial</vt:lpstr>
      <vt:lpstr>Calibri</vt:lpstr>
      <vt:lpstr>Cambria Math</vt:lpstr>
      <vt:lpstr>Times New Roman</vt:lpstr>
      <vt:lpstr>视频录制PPT模板</vt:lpstr>
      <vt:lpstr>Equation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327</cp:revision>
  <dcterms:created xsi:type="dcterms:W3CDTF">2016-01-02T09:31:00Z</dcterms:created>
  <dcterms:modified xsi:type="dcterms:W3CDTF">2019-02-20T03:38:49Z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