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06" r:id="rId2"/>
    <p:sldId id="312" r:id="rId3"/>
    <p:sldId id="313" r:id="rId4"/>
    <p:sldId id="308" r:id="rId5"/>
    <p:sldId id="314" r:id="rId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08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09" autoAdjust="0"/>
    <p:restoredTop sz="87801" autoAdjust="0"/>
  </p:normalViewPr>
  <p:slideViewPr>
    <p:cSldViewPr>
      <p:cViewPr varScale="1">
        <p:scale>
          <a:sx n="78" d="100"/>
          <a:sy n="78" d="100"/>
        </p:scale>
        <p:origin x="486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FD369242-55B6-4D27-96E6-FF28C88F8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420929" y="2231975"/>
            <a:ext cx="432048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非线性函数分析及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函数的数值积分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E5AC3296-66FB-44BE-8DDA-C4953861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="" xmlns:a16="http://schemas.microsoft.com/office/drawing/2014/main" id="{0CDA53FC-3D2F-4A84-8401-2D5A1F9BC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8048" y="919537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="" xmlns:a16="http://schemas.microsoft.com/office/drawing/2014/main" id="{3F92890C-CD8D-4E06-872F-45C3D9BEC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1727919"/>
            <a:ext cx="2950741" cy="10181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l" eaLnBrk="1" hangingPunct="1">
              <a:buClr>
                <a:srgbClr val="00007D"/>
              </a:buClr>
              <a:buSzPct val="75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非线性函数的分析</a:t>
            </a:r>
          </a:p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函数的数值积分</a:t>
            </a:r>
          </a:p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endParaRPr lang="zh-CN" altLang="en-US" sz="24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06EC22DE-44BA-4DE5-8041-CF08368D3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="" xmlns:a16="http://schemas.microsoft.com/office/drawing/2014/main" id="{11000ABA-7615-4B84-88BC-2D3C47D4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非线性函数分析</a:t>
            </a:r>
          </a:p>
        </p:txBody>
      </p:sp>
      <p:sp>
        <p:nvSpPr>
          <p:cNvPr id="18" name="Text Box 1027">
            <a:extLst>
              <a:ext uri="{FF2B5EF4-FFF2-40B4-BE49-F238E27FC236}">
                <a16:creationId xmlns="" xmlns:a16="http://schemas.microsoft.com/office/drawing/2014/main" id="{26A47129-4D81-4538-983E-7ED46A1BA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42" y="1799778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求函数极值</a:t>
            </a:r>
          </a:p>
        </p:txBody>
      </p:sp>
      <p:sp>
        <p:nvSpPr>
          <p:cNvPr id="19" name="Text Box 2050">
            <a:extLst>
              <a:ext uri="{FF2B5EF4-FFF2-40B4-BE49-F238E27FC236}">
                <a16:creationId xmlns="" xmlns:a16="http://schemas.microsoft.com/office/drawing/2014/main" id="{3511141B-EE10-4D82-AA61-5CE4D5C13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524" y="786090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绘制函数曲线</a:t>
            </a:r>
          </a:p>
        </p:txBody>
      </p:sp>
      <p:sp>
        <p:nvSpPr>
          <p:cNvPr id="20" name="Text Box 2051">
            <a:extLst>
              <a:ext uri="{FF2B5EF4-FFF2-40B4-BE49-F238E27FC236}">
                <a16:creationId xmlns="" xmlns:a16="http://schemas.microsoft.com/office/drawing/2014/main" id="{2E0A249B-74A9-4560-9516-D85D87DB9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1266309"/>
            <a:ext cx="5656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fplot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 (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函数名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初值，终值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])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1" name="Text Box 3073">
            <a:extLst>
              <a:ext uri="{FF2B5EF4-FFF2-40B4-BE49-F238E27FC236}">
                <a16:creationId xmlns="" xmlns:a16="http://schemas.microsoft.com/office/drawing/2014/main" id="{A21814EC-C43E-4FE3-8999-67BA93B32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8" y="2244732"/>
            <a:ext cx="457314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fmin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 (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函数名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初值，终值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Text Box 3074">
            <a:extLst>
              <a:ext uri="{FF2B5EF4-FFF2-40B4-BE49-F238E27FC236}">
                <a16:creationId xmlns="" xmlns:a16="http://schemas.microsoft.com/office/drawing/2014/main" id="{6F17A04A-E153-4EC6-B390-44FFA481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42" y="2715085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求函数零点</a:t>
            </a:r>
          </a:p>
        </p:txBody>
      </p:sp>
      <p:sp>
        <p:nvSpPr>
          <p:cNvPr id="23" name="Text Box 3076">
            <a:extLst>
              <a:ext uri="{FF2B5EF4-FFF2-40B4-BE49-F238E27FC236}">
                <a16:creationId xmlns="" xmlns:a16="http://schemas.microsoft.com/office/drawing/2014/main" id="{4E48E1BD-210B-4C54-9015-0545FF905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3191396"/>
            <a:ext cx="45731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fzero</a:t>
            </a:r>
            <a:r>
              <a:rPr lang="en-US" altLang="zh-CN" sz="24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‘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ea typeface="+mn-ea"/>
              </a:rPr>
              <a:t>函数名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初猜值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524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74EB04B1-9337-4C69-A7A8-B1F775656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4150" y="208152"/>
            <a:ext cx="32775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函数的数值积分</a:t>
            </a: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831697" y="795105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定积分子程序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296541" y="1306837"/>
            <a:ext cx="540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quad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 (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函数名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ea typeface="+mn-ea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初值，终值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9317A20-6085-405D-8DB5-0298EA14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" name="Text Box 1">
            <a:extLst>
              <a:ext uri="{FF2B5EF4-FFF2-40B4-BE49-F238E27FC236}">
                <a16:creationId xmlns="" xmlns:a16="http://schemas.microsoft.com/office/drawing/2014/main" id="{381C7042-C320-43FD-A761-AB2328805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621" y="575791"/>
            <a:ext cx="48787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绘制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humps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函数曲线，</a:t>
            </a:r>
            <a:r>
              <a:rPr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求零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点</a:t>
            </a:r>
            <a:r>
              <a:rPr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值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及</a:t>
            </a:r>
            <a:r>
              <a:rPr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1~2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之间的</a:t>
            </a:r>
            <a:r>
              <a:rPr lang="zh-CN" alt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定积分。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="" xmlns:a16="http://schemas.microsoft.com/office/drawing/2014/main" id="{87C3404E-5B95-473B-9028-5DA52CCA1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513" y="563484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5.3-1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aphicFrame>
        <p:nvGraphicFramePr>
          <p:cNvPr id="6" name="Object 0">
            <a:extLst>
              <a:ext uri="{FF2B5EF4-FFF2-40B4-BE49-F238E27FC236}">
                <a16:creationId xmlns="" xmlns:a16="http://schemas.microsoft.com/office/drawing/2014/main" id="{A6FF8C53-5804-4A01-B574-FB211AB9C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411700"/>
              </p:ext>
            </p:extLst>
          </p:nvPr>
        </p:nvGraphicFramePr>
        <p:xfrm>
          <a:off x="1739575" y="1537439"/>
          <a:ext cx="5155753" cy="83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2679480" imgH="431640" progId="Equation.DSMT4">
                  <p:embed/>
                </p:oleObj>
              </mc:Choice>
              <mc:Fallback>
                <p:oleObj name="Equation" r:id="rId4" imgW="2679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575" y="1537439"/>
                        <a:ext cx="5155753" cy="833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="" xmlns:a16="http://schemas.microsoft.com/office/drawing/2014/main" id="{44388E94-1494-4D95-A101-808A9C470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75" y="2785686"/>
            <a:ext cx="4352459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fplot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(‘humps’,[0, 2]),grid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z=</a:t>
            </a:r>
            <a:r>
              <a:rPr lang="en-US" altLang="zh-CN" sz="24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fzero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(‘humps’,1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s=quad(‘hum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s’,1,2)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2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741</TotalTime>
  <Words>117</Words>
  <Application>Microsoft Office PowerPoint</Application>
  <PresentationFormat>自定义</PresentationFormat>
  <Paragraphs>20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Equation</vt:lpstr>
      <vt:lpstr>PowerPoint 演示文稿</vt:lpstr>
      <vt:lpstr>主要内容</vt:lpstr>
      <vt:lpstr>1. 非线性函数分析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313</cp:revision>
  <dcterms:created xsi:type="dcterms:W3CDTF">2016-01-02T09:31:00Z</dcterms:created>
  <dcterms:modified xsi:type="dcterms:W3CDTF">2019-02-21T05:59:00Z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