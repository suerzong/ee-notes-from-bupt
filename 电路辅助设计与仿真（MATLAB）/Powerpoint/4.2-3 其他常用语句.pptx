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306" r:id="rId2"/>
    <p:sldId id="312" r:id="rId3"/>
    <p:sldId id="313" r:id="rId4"/>
    <p:sldId id="314" r:id="rId5"/>
    <p:sldId id="307" r:id="rId6"/>
    <p:sldId id="315" r:id="rId7"/>
  </p:sldIdLst>
  <p:sldSz cx="11522075" cy="6480175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7EB009EF-A2E8-4216-A1F2-7D86FF23B7A5}">
          <p14:sldIdLst>
            <p14:sldId id="306"/>
            <p14:sldId id="312"/>
            <p14:sldId id="313"/>
            <p14:sldId id="314"/>
            <p14:sldId id="307"/>
            <p14:sldId id="31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019">
          <p15:clr>
            <a:srgbClr val="A4A3A4"/>
          </p15:clr>
        </p15:guide>
        <p15:guide id="2" pos="362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20" autoAdjust="0"/>
    <p:restoredTop sz="87801" autoAdjust="0"/>
  </p:normalViewPr>
  <p:slideViewPr>
    <p:cSldViewPr>
      <p:cViewPr varScale="1">
        <p:scale>
          <a:sx n="78" d="100"/>
          <a:sy n="78" d="100"/>
        </p:scale>
        <p:origin x="648" y="96"/>
      </p:cViewPr>
      <p:guideLst>
        <p:guide orient="horz" pos="2019"/>
        <p:guide pos="362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C5C4410D-EAF9-42B9-984E-4EE67DF132A3}" type="datetimeFigureOut">
              <a:rPr lang="zh-CN" altLang="en-US"/>
              <a:t>2019/2/20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50A3395D-82F3-4EED-8E26-638FC97C2763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163588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 descr="C:\Users\Administrator\Desktop\da_副本.png"/>
          <p:cNvPicPr>
            <a:picLocks noChangeAspect="1" noChangeArrowheads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8002" y="-16499"/>
            <a:ext cx="11530076" cy="2956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2" descr="C:\Users\Administrator\Desktop\hui_副本.png"/>
          <p:cNvPicPr>
            <a:picLocks noChangeAspect="1" noChangeArrowheads="1"/>
          </p:cNvPicPr>
          <p:nvPr userDrawn="1"/>
        </p:nvPicPr>
        <p:blipFill>
          <a:blip r:embed="rId4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4400013" y="3045814"/>
            <a:ext cx="2380429" cy="122403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224283" y="4464121"/>
            <a:ext cx="9793764" cy="1389038"/>
          </a:xfrm>
        </p:spPr>
        <p:txBody>
          <a:bodyPr>
            <a:normAutofit/>
          </a:bodyPr>
          <a:lstStyle>
            <a:lvl1pPr>
              <a:defRPr sz="7200"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184DD567-D43E-48F9-B20C-85EC312AAC57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462" y="360001"/>
            <a:ext cx="10369354" cy="1081087"/>
          </a:xfrm>
        </p:spPr>
        <p:txBody>
          <a:bodyPr/>
          <a:lstStyle>
            <a:lvl1pPr algn="l">
              <a:defRPr sz="3600" b="0" u="none" baseline="0">
                <a:solidFill>
                  <a:schemeClr val="tx1"/>
                </a:solidFill>
                <a:effectLst/>
                <a:uFill>
                  <a:solidFill>
                    <a:srgbClr val="FFC000"/>
                  </a:solidFill>
                </a:uFill>
                <a:latin typeface="Times New Roman" panose="02020603050405020304"/>
                <a:ea typeface="华文楷体" panose="02010600040101010101" pitchFamily="2" charset="-122"/>
                <a:cs typeface="Times New Roman" panose="02020603050405020304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76263" y="1584000"/>
            <a:ext cx="6408000" cy="4276725"/>
          </a:xfrm>
        </p:spPr>
        <p:txBody>
          <a:bodyPr/>
          <a:lstStyle>
            <a:lvl1pPr marL="0" indent="647700" algn="just">
              <a:buFont typeface="+mj-lt"/>
              <a:buNone/>
              <a:defRPr sz="2600" b="1"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457200" indent="0" algn="just">
              <a:buFont typeface="+mj-lt"/>
              <a:buNone/>
              <a:defRPr sz="2400" b="1"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defRPr>
            </a:lvl2pPr>
            <a:lvl3pPr marL="914400" indent="0" algn="just">
              <a:buFont typeface="+mj-lt"/>
              <a:buNone/>
              <a:defRPr sz="2000" b="1"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defRPr>
            </a:lvl3pPr>
            <a:lvl4pPr marL="1371600" indent="0" algn="just">
              <a:buFont typeface="+mj-lt"/>
              <a:buNone/>
              <a:defRPr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defRPr>
            </a:lvl4pPr>
            <a:lvl5pPr marL="1828800" indent="0" algn="just">
              <a:buFont typeface="+mj-lt"/>
              <a:buNone/>
              <a:defRPr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0164" y="4164114"/>
            <a:ext cx="9793764" cy="128703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10164" y="2746575"/>
            <a:ext cx="9793764" cy="1417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D4D482-3A90-4E06-95DA-14FE3E9A2BEC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76104" y="1512041"/>
            <a:ext cx="5088916" cy="427661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857055" y="1512041"/>
            <a:ext cx="5088916" cy="427661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D40E0C-EA52-4355-9B35-A6ACAD0A2BB1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76104" y="1450540"/>
            <a:ext cx="5090917" cy="6045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76104" y="2055057"/>
            <a:ext cx="5090917" cy="373360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853056" y="1450540"/>
            <a:ext cx="5092917" cy="6045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853056" y="2055057"/>
            <a:ext cx="5092917" cy="373360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4DADE3-8C10-45B7-B12D-473A296B17EE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958541-795C-4649-981F-3549C783923A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A3CD5A-743D-4EF5-A682-D567F5C7ECB0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106" y="258007"/>
            <a:ext cx="3790683" cy="109803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04811" y="258007"/>
            <a:ext cx="6441160" cy="55306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76106" y="1356037"/>
            <a:ext cx="3790683" cy="443262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A65B08-2206-487D-9F0D-3641A6A7B82A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58407" y="4536122"/>
            <a:ext cx="6913245" cy="53551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258407" y="579017"/>
            <a:ext cx="6913245" cy="388810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258407" y="5071637"/>
            <a:ext cx="6913245" cy="76052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A6EA3F-5B07-4245-A155-B07383B8561C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B554F6-7D91-4838-9C5E-1FA7CDD2C63D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353504" y="259509"/>
            <a:ext cx="2592467" cy="552914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76104" y="259509"/>
            <a:ext cx="7585366" cy="552914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ED7C39-0341-4FF7-8C1D-8CACC1F1A20B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tx1">
                <a:lumMod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576263" y="258763"/>
            <a:ext cx="10369550" cy="10810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576263" y="1511300"/>
            <a:ext cx="10369550" cy="42767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576263" y="6005513"/>
            <a:ext cx="2687637" cy="3460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937000" y="6005513"/>
            <a:ext cx="3648075" cy="3460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258175" y="6005513"/>
            <a:ext cx="2687638" cy="34607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A6F43104-F69D-49B6-BE1E-A06B1E8B3B70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="" xmlns:a16="http://schemas.microsoft.com/office/drawing/2014/main" id="{585BDC4A-18CF-4809-A45E-DE24766B06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2160637" y="2303983"/>
            <a:ext cx="2808312" cy="7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50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其他常用语句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="" xmlns:a16="http://schemas.microsoft.com/office/drawing/2014/main" id="{85689068-88C3-4D5C-8D03-3992260F06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  <p:sp>
        <p:nvSpPr>
          <p:cNvPr id="8" name="Rectangle 2">
            <a:extLst>
              <a:ext uri="{FF2B5EF4-FFF2-40B4-BE49-F238E27FC236}">
                <a16:creationId xmlns="" xmlns:a16="http://schemas.microsoft.com/office/drawing/2014/main" id="{321362C5-F58C-4300-8E1E-93F5E71E0C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76461" y="929553"/>
            <a:ext cx="2135485" cy="694655"/>
          </a:xfrm>
        </p:spPr>
        <p:txBody>
          <a:bodyPr/>
          <a:lstStyle/>
          <a:p>
            <a:pPr algn="ctr" eaLnBrk="1" hangingPunct="1"/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</a:rPr>
              <a:t>主要内容</a:t>
            </a:r>
            <a:endParaRPr lang="en-US" altLang="zh-CN" sz="2800" b="1" dirty="0">
              <a:solidFill>
                <a:srgbClr val="0000FF"/>
              </a:solidFill>
              <a:latin typeface="+mn-ea"/>
              <a:ea typeface="+mn-ea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="" xmlns:a16="http://schemas.microsoft.com/office/drawing/2014/main" id="{C412860B-6890-4ACF-9F54-C74A8A8E9A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4493" y="1727919"/>
            <a:ext cx="2376264" cy="10081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0" indent="647700" algn="just" rtl="0" eaLnBrk="0" fontAlgn="base" hangingPunct="0">
              <a:spcBef>
                <a:spcPct val="20000"/>
              </a:spcBef>
              <a:spcAft>
                <a:spcPct val="0"/>
              </a:spcAft>
              <a:buFont typeface="+mj-lt"/>
              <a:buNone/>
              <a:defRPr sz="2600" b="1" kern="1200"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1pPr>
            <a:lvl2pPr marL="457200" indent="0" algn="just" rtl="0" eaLnBrk="0" fontAlgn="base" hangingPunct="0">
              <a:spcBef>
                <a:spcPct val="20000"/>
              </a:spcBef>
              <a:spcAft>
                <a:spcPct val="0"/>
              </a:spcAft>
              <a:buFont typeface="+mj-lt"/>
              <a:buNone/>
              <a:defRPr sz="2400" b="1" kern="1200"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2pPr>
            <a:lvl3pPr marL="914400" indent="0" algn="just" rtl="0" eaLnBrk="0" fontAlgn="base" hangingPunct="0">
              <a:spcBef>
                <a:spcPct val="20000"/>
              </a:spcBef>
              <a:spcAft>
                <a:spcPct val="0"/>
              </a:spcAft>
              <a:buFont typeface="+mj-lt"/>
              <a:buNone/>
              <a:defRPr sz="2000" b="1" kern="1200"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3pPr>
            <a:lvl4pPr marL="1371600" indent="0" algn="just" rtl="0" eaLnBrk="0" fontAlgn="base" hangingPunct="0">
              <a:spcBef>
                <a:spcPct val="20000"/>
              </a:spcBef>
              <a:spcAft>
                <a:spcPct val="0"/>
              </a:spcAft>
              <a:buFont typeface="+mj-lt"/>
              <a:buNone/>
              <a:defRPr sz="2000" b="1" kern="1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4pPr>
            <a:lvl5pPr marL="1828800" indent="0" algn="just" rtl="0" eaLnBrk="0" fontAlgn="base" hangingPunct="0">
              <a:spcBef>
                <a:spcPct val="20000"/>
              </a:spcBef>
              <a:spcAft>
                <a:spcPct val="0"/>
              </a:spcAft>
              <a:buFont typeface="+mj-lt"/>
              <a:buNone/>
              <a:defRPr sz="2000" b="1" kern="1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en-US" altLang="zh-CN" sz="2400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pause</a:t>
            </a:r>
          </a:p>
          <a:p>
            <a:pPr eaLnBrk="1" hangingPunct="1"/>
            <a:r>
              <a:rPr lang="en-US" altLang="zh-CN" sz="2400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input</a:t>
            </a:r>
          </a:p>
          <a:p>
            <a:pPr eaLnBrk="1" hangingPunct="1"/>
            <a:endParaRPr lang="zh-CN" altLang="en-US" sz="2400" dirty="0">
              <a:solidFill>
                <a:schemeClr val="bg1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2188636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>
            <a:extLst>
              <a:ext uri="{FF2B5EF4-FFF2-40B4-BE49-F238E27FC236}">
                <a16:creationId xmlns="" xmlns:a16="http://schemas.microsoft.com/office/drawing/2014/main" id="{437592F2-D074-47D7-AA70-40C9E719E0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  <p:sp>
        <p:nvSpPr>
          <p:cNvPr id="7" name="Rectangle 2">
            <a:extLst>
              <a:ext uri="{FF2B5EF4-FFF2-40B4-BE49-F238E27FC236}">
                <a16:creationId xmlns="" xmlns:a16="http://schemas.microsoft.com/office/drawing/2014/main" id="{1A8DEBAE-2D9A-490A-9FD1-EF1522EA3C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6334" y="114448"/>
            <a:ext cx="3384376" cy="754633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1. 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pause</a:t>
            </a:r>
            <a:endParaRPr lang="zh-CN" altLang="en-US" sz="2800" b="1" dirty="0">
              <a:solidFill>
                <a:srgbClr val="0000FF"/>
              </a:solidFill>
              <a:latin typeface="+mn-ea"/>
              <a:ea typeface="+mn-ea"/>
            </a:endParaRPr>
          </a:p>
        </p:txBody>
      </p:sp>
      <p:sp>
        <p:nvSpPr>
          <p:cNvPr id="16" name="Text Box 8">
            <a:extLst>
              <a:ext uri="{FF2B5EF4-FFF2-40B4-BE49-F238E27FC236}">
                <a16:creationId xmlns="" xmlns:a16="http://schemas.microsoft.com/office/drawing/2014/main" id="{EDA9E358-D5CB-4DA4-A4B1-FA992D7980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7149" y="1340801"/>
            <a:ext cx="2482246" cy="12354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2000"/>
              </a:lnSpc>
              <a:spcBef>
                <a:spcPct val="50000"/>
              </a:spcBef>
            </a:pP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pause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 </a:t>
            </a:r>
            <a:endParaRPr lang="en-US" altLang="zh-CN" sz="2400" dirty="0">
              <a:solidFill>
                <a:srgbClr val="000000"/>
              </a:solidFill>
              <a:latin typeface="+mn-ea"/>
              <a:ea typeface="+mn-ea"/>
              <a:sym typeface="Symbol" panose="05050102010706020507" pitchFamily="18" charset="2"/>
            </a:endParaRPr>
          </a:p>
          <a:p>
            <a:pPr>
              <a:lnSpc>
                <a:spcPts val="2000"/>
              </a:lnSpc>
              <a:spcBef>
                <a:spcPct val="50000"/>
              </a:spcBef>
            </a:pPr>
            <a:endParaRPr lang="en-US" altLang="zh-CN" sz="2400" dirty="0">
              <a:solidFill>
                <a:srgbClr val="000000"/>
              </a:solidFill>
              <a:latin typeface="+mn-ea"/>
              <a:ea typeface="+mn-ea"/>
              <a:sym typeface="Symbol" panose="05050102010706020507" pitchFamily="18" charset="2"/>
            </a:endParaRPr>
          </a:p>
          <a:p>
            <a:pPr>
              <a:lnSpc>
                <a:spcPts val="2000"/>
              </a:lnSpc>
              <a:spcBef>
                <a:spcPct val="50000"/>
              </a:spcBef>
            </a:pP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pause(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时间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</a:p>
        </p:txBody>
      </p:sp>
      <p:sp>
        <p:nvSpPr>
          <p:cNvPr id="9" name="Text Box 0">
            <a:extLst>
              <a:ext uri="{FF2B5EF4-FFF2-40B4-BE49-F238E27FC236}">
                <a16:creationId xmlns="" xmlns:a16="http://schemas.microsoft.com/office/drawing/2014/main" id="{5F30C5D3-7139-4FBA-BD24-0AE702C1A4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4430" y="800060"/>
            <a:ext cx="233431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实现暂停功能。</a:t>
            </a:r>
          </a:p>
        </p:txBody>
      </p:sp>
      <p:sp>
        <p:nvSpPr>
          <p:cNvPr id="11" name="Text Box 0">
            <a:extLst>
              <a:ext uri="{FF2B5EF4-FFF2-40B4-BE49-F238E27FC236}">
                <a16:creationId xmlns="" xmlns:a16="http://schemas.microsoft.com/office/drawing/2014/main" id="{788BF82E-EC72-4149-AD38-B75FCE62A1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572" y="1293181"/>
            <a:ext cx="4610736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暂停至单击鼠标左键或按键盘的任意键后，继续执行后面的语句。</a:t>
            </a:r>
          </a:p>
        </p:txBody>
      </p:sp>
      <p:sp>
        <p:nvSpPr>
          <p:cNvPr id="12" name="Text Box 0">
            <a:extLst>
              <a:ext uri="{FF2B5EF4-FFF2-40B4-BE49-F238E27FC236}">
                <a16:creationId xmlns="" xmlns:a16="http://schemas.microsoft.com/office/drawing/2014/main" id="{EA92A204-5176-4ADA-84BE-66C180CA69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572" y="2147127"/>
            <a:ext cx="4018327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暂停到设定时间（秒）后，继续执行后面的语句。</a:t>
            </a:r>
          </a:p>
        </p:txBody>
      </p:sp>
    </p:spTree>
    <p:extLst>
      <p:ext uri="{BB962C8B-B14F-4D97-AF65-F5344CB8AC3E}">
        <p14:creationId xmlns:p14="http://schemas.microsoft.com/office/powerpoint/2010/main" val="2970252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9" grpId="0"/>
      <p:bldP spid="11" grpId="0"/>
      <p:bldP spid="1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>
            <a:extLst>
              <a:ext uri="{FF2B5EF4-FFF2-40B4-BE49-F238E27FC236}">
                <a16:creationId xmlns="" xmlns:a16="http://schemas.microsoft.com/office/drawing/2014/main" id="{C90B80D2-88F2-4011-A1EE-6A8BD704FC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  <p:sp>
        <p:nvSpPr>
          <p:cNvPr id="17" name="Text Box 0">
            <a:extLst>
              <a:ext uri="{FF2B5EF4-FFF2-40B4-BE49-F238E27FC236}">
                <a16:creationId xmlns="" xmlns:a16="http://schemas.microsoft.com/office/drawing/2014/main" id="{5D671064-E0FF-4A2A-A7FF-F1E2547733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6581" y="1468703"/>
            <a:ext cx="4464050" cy="30037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2000"/>
              </a:lnSpc>
              <a:spcBef>
                <a:spcPct val="50000"/>
              </a:spcBef>
            </a:pP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t=0:pi/20:6*pi;</a:t>
            </a:r>
          </a:p>
          <a:p>
            <a:pPr>
              <a:lnSpc>
                <a:spcPts val="2000"/>
              </a:lnSpc>
              <a:spcBef>
                <a:spcPct val="50000"/>
              </a:spcBef>
            </a:pP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y=2*sin(t)+3*sin(2*t)</a:t>
            </a:r>
          </a:p>
          <a:p>
            <a:pPr>
              <a:lnSpc>
                <a:spcPts val="2000"/>
              </a:lnSpc>
              <a:spcBef>
                <a:spcPct val="50000"/>
              </a:spcBef>
            </a:pP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for n=1:100</a:t>
            </a:r>
          </a:p>
          <a:p>
            <a:pPr>
              <a:lnSpc>
                <a:spcPts val="2000"/>
              </a:lnSpc>
              <a:spcBef>
                <a:spcPct val="50000"/>
              </a:spcBef>
            </a:pP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y1=</a:t>
            </a:r>
            <a:r>
              <a:rPr lang="en-US" altLang="zh-CN" sz="24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y+rand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(size(y));</a:t>
            </a:r>
          </a:p>
          <a:p>
            <a:pPr>
              <a:lnSpc>
                <a:spcPts val="2000"/>
              </a:lnSpc>
              <a:spcBef>
                <a:spcPct val="50000"/>
              </a:spcBef>
            </a:pP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plot(t,y1)</a:t>
            </a:r>
          </a:p>
          <a:p>
            <a:pPr>
              <a:lnSpc>
                <a:spcPts val="2000"/>
              </a:lnSpc>
              <a:spcBef>
                <a:spcPct val="50000"/>
              </a:spcBef>
            </a:pP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pause(0.03)</a:t>
            </a:r>
          </a:p>
          <a:p>
            <a:pPr>
              <a:lnSpc>
                <a:spcPts val="2000"/>
              </a:lnSpc>
              <a:spcBef>
                <a:spcPct val="50000"/>
              </a:spcBef>
            </a:pP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end</a:t>
            </a:r>
          </a:p>
        </p:txBody>
      </p:sp>
      <p:sp>
        <p:nvSpPr>
          <p:cNvPr id="19" name="Text Box 4">
            <a:extLst>
              <a:ext uri="{FF2B5EF4-FFF2-40B4-BE49-F238E27FC236}">
                <a16:creationId xmlns="" xmlns:a16="http://schemas.microsoft.com/office/drawing/2014/main" id="{408A1A16-7FF2-4BC4-98A4-201B76D8A2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7003" y="821680"/>
            <a:ext cx="589013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  <a:ea typeface="+mn-ea"/>
                <a:sym typeface="Symbol" panose="05050102010706020507" pitchFamily="18" charset="2"/>
              </a:rPr>
              <a:t>例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  <a:ea typeface="+mn-ea"/>
                <a:sym typeface="Symbol" panose="05050102010706020507" pitchFamily="18" charset="2"/>
              </a:rPr>
              <a:t>4.2-5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sym typeface="Symbol" panose="05050102010706020507" pitchFamily="18" charset="2"/>
              </a:rPr>
              <a:t>演示信号受噪声影响的实时图像</a:t>
            </a:r>
            <a:r>
              <a:rPr lang="zh-CN" altLang="en-US" sz="2400" b="1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。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25" name="Rectangle 2">
            <a:extLst>
              <a:ext uri="{FF2B5EF4-FFF2-40B4-BE49-F238E27FC236}">
                <a16:creationId xmlns="" xmlns:a16="http://schemas.microsoft.com/office/drawing/2014/main" id="{3BB66208-2701-42D3-8121-515A9049FE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6334" y="100276"/>
            <a:ext cx="3384376" cy="75463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0" u="none" kern="1200" baseline="0">
                <a:solidFill>
                  <a:schemeClr val="tx1"/>
                </a:solidFill>
                <a:effectLst/>
                <a:uFill>
                  <a:solidFill>
                    <a:srgbClr val="FFC000"/>
                  </a:solidFill>
                </a:uFill>
                <a:latin typeface="Times New Roman" panose="02020603050405020304"/>
                <a:ea typeface="华文楷体" panose="02010600040101010101" pitchFamily="2" charset="-122"/>
                <a:cs typeface="Times New Roman" panose="02020603050405020304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1. 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pause</a:t>
            </a:r>
            <a:endParaRPr lang="zh-CN" altLang="en-US" sz="2800" b="1" dirty="0">
              <a:solidFill>
                <a:srgbClr val="0000FF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2563312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图片 34">
            <a:extLst>
              <a:ext uri="{FF2B5EF4-FFF2-40B4-BE49-F238E27FC236}">
                <a16:creationId xmlns="" xmlns:a16="http://schemas.microsoft.com/office/drawing/2014/main" id="{B3FD3F4C-792F-4E18-8DE5-5297DC0714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  <p:sp>
        <p:nvSpPr>
          <p:cNvPr id="34" name="Rectangle 2">
            <a:extLst>
              <a:ext uri="{FF2B5EF4-FFF2-40B4-BE49-F238E27FC236}">
                <a16:creationId xmlns="" xmlns:a16="http://schemas.microsoft.com/office/drawing/2014/main" id="{1ACEBF75-1A37-4335-9EB7-28B4A407C9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6334" y="114448"/>
            <a:ext cx="3384376" cy="754633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2. 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input</a:t>
            </a:r>
            <a:endParaRPr lang="zh-CN" altLang="en-US" sz="2800" b="1" dirty="0">
              <a:solidFill>
                <a:srgbClr val="0000FF"/>
              </a:solidFill>
              <a:latin typeface="+mn-ea"/>
              <a:ea typeface="+mn-ea"/>
            </a:endParaRPr>
          </a:p>
        </p:txBody>
      </p:sp>
      <p:sp>
        <p:nvSpPr>
          <p:cNvPr id="51" name="Text Box 0">
            <a:extLst>
              <a:ext uri="{FF2B5EF4-FFF2-40B4-BE49-F238E27FC236}">
                <a16:creationId xmlns="" xmlns:a16="http://schemas.microsoft.com/office/drawing/2014/main" id="{607FCD64-A08E-4716-B29E-364CDA91E6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9499" y="881019"/>
            <a:ext cx="360422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  <a:sym typeface="Symbol" panose="05050102010706020507" pitchFamily="18" charset="2"/>
              </a:rPr>
              <a:t>是一种人机交互命令。</a:t>
            </a:r>
            <a:endParaRPr lang="zh-CN" altLang="en-US" sz="2400" dirty="0">
              <a:solidFill>
                <a:srgbClr val="000000"/>
              </a:solidFill>
              <a:latin typeface="+mn-ea"/>
              <a:ea typeface="+mn-ea"/>
              <a:sym typeface="Symbol" panose="05050102010706020507" pitchFamily="18" charset="2"/>
            </a:endParaRPr>
          </a:p>
        </p:txBody>
      </p:sp>
      <p:sp>
        <p:nvSpPr>
          <p:cNvPr id="52" name="Text Box 5">
            <a:extLst>
              <a:ext uri="{FF2B5EF4-FFF2-40B4-BE49-F238E27FC236}">
                <a16:creationId xmlns="" xmlns:a16="http://schemas.microsoft.com/office/drawing/2014/main" id="{877EB8B4-8E62-478A-91B2-F448238A7F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6541" y="1482092"/>
            <a:ext cx="295232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input</a:t>
            </a:r>
            <a:r>
              <a:rPr lang="en-US" altLang="zh-CN" sz="2400" dirty="0" smtClean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dirty="0" smtClean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‘</a:t>
            </a:r>
            <a:r>
              <a:rPr lang="zh-CN" altLang="en-US" sz="2400" dirty="0" smtClean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提示文字</a:t>
            </a:r>
            <a:r>
              <a:rPr lang="en-US" altLang="zh-CN" sz="2400" dirty="0" smtClean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’</a:t>
            </a:r>
            <a:r>
              <a:rPr lang="en-US" altLang="zh-CN" sz="2400" dirty="0" smtClean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endParaRPr lang="en-US" altLang="zh-CN" sz="2400" dirty="0">
              <a:solidFill>
                <a:srgbClr val="FF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55" name="Text Box 0">
            <a:extLst>
              <a:ext uri="{FF2B5EF4-FFF2-40B4-BE49-F238E27FC236}">
                <a16:creationId xmlns="" xmlns:a16="http://schemas.microsoft.com/office/drawing/2014/main" id="{2D39D4BC-B7D5-442D-82E7-7C0CA5D4DF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9499" y="2557618"/>
            <a:ext cx="583965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  <a:sym typeface="Symbol" panose="05050102010706020507" pitchFamily="18" charset="2"/>
              </a:rPr>
              <a:t>程序执行到此时暂停，在命令窗显示引号中的字符串，要求用户通过键盘输入数据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。</a:t>
            </a:r>
          </a:p>
        </p:txBody>
      </p:sp>
      <p:sp>
        <p:nvSpPr>
          <p:cNvPr id="56" name="Text Box 5">
            <a:extLst>
              <a:ext uri="{FF2B5EF4-FFF2-40B4-BE49-F238E27FC236}">
                <a16:creationId xmlns="" xmlns:a16="http://schemas.microsoft.com/office/drawing/2014/main" id="{7EE19891-9F3E-4FA3-B597-8B268424BB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6541" y="2003623"/>
            <a:ext cx="274434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input</a:t>
            </a:r>
            <a:r>
              <a:rPr lang="en-US" altLang="zh-CN" sz="2400" dirty="0" smtClean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(‘n=</a:t>
            </a:r>
            <a:r>
              <a:rPr lang="en-US" altLang="zh-CN" sz="2400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’</a:t>
            </a:r>
            <a:r>
              <a:rPr lang="en-US" altLang="zh-CN" sz="2400" dirty="0" smtClean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endParaRPr lang="en-US" altLang="zh-CN" sz="2400" dirty="0">
              <a:solidFill>
                <a:srgbClr val="0000FF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07505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/>
      <p:bldP spid="52" grpId="0"/>
      <p:bldP spid="5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="" xmlns:a16="http://schemas.microsoft.com/office/drawing/2014/main" id="{58FB1B2E-E467-4251-B101-80D72B259E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3350455"/>
      </p:ext>
    </p:extLst>
  </p:cSld>
  <p:clrMapOvr>
    <a:masterClrMapping/>
  </p:clrMapOvr>
</p:sld>
</file>

<file path=ppt/theme/theme1.xml><?xml version="1.0" encoding="utf-8"?>
<a:theme xmlns:a="http://schemas.openxmlformats.org/drawingml/2006/main" name="视频录制PPT模板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视频录制PPT模板</Template>
  <TotalTime>537</TotalTime>
  <Words>122</Words>
  <Application>Microsoft Office PowerPoint</Application>
  <PresentationFormat>自定义</PresentationFormat>
  <Paragraphs>25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3" baseType="lpstr">
      <vt:lpstr>华文楷体</vt:lpstr>
      <vt:lpstr>宋体</vt:lpstr>
      <vt:lpstr>Arial</vt:lpstr>
      <vt:lpstr>Calibri</vt:lpstr>
      <vt:lpstr>Symbol</vt:lpstr>
      <vt:lpstr>Times New Roman</vt:lpstr>
      <vt:lpstr>视频录制PPT模板</vt:lpstr>
      <vt:lpstr>PowerPoint 演示文稿</vt:lpstr>
      <vt:lpstr>主要内容</vt:lpstr>
      <vt:lpstr>1. pause</vt:lpstr>
      <vt:lpstr>PowerPoint 演示文稿</vt:lpstr>
      <vt:lpstr>2.  input</vt:lpstr>
      <vt:lpstr>PowerPoint 演示文稿</vt:lpstr>
    </vt:vector>
  </TitlesOfParts>
  <Company>nenu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dbpu</dc:creator>
  <cp:lastModifiedBy>Windows 用户</cp:lastModifiedBy>
  <cp:revision>355</cp:revision>
  <dcterms:created xsi:type="dcterms:W3CDTF">2016-01-02T09:31:00Z</dcterms:created>
  <dcterms:modified xsi:type="dcterms:W3CDTF">2019-02-20T03:26:48Z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2052-10.1.0.6030</vt:lpwstr>
  </property>
</Properties>
</file>