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06" r:id="rId2"/>
    <p:sldId id="312" r:id="rId3"/>
    <p:sldId id="313" r:id="rId4"/>
    <p:sldId id="314" r:id="rId5"/>
    <p:sldId id="307" r:id="rId6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14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114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876B4300-0E1D-4E24-BE87-8FDB2AFD3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160637" y="2303983"/>
            <a:ext cx="352839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三维数据可视化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6D5EAB89-E31A-4AC9-A304-FA924762F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184576" cy="19442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三维曲线绘制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三维曲面绘制</a:t>
            </a:r>
            <a:endParaRPr lang="zh-CN" altLang="en-US" sz="2400" dirty="0">
              <a:solidFill>
                <a:schemeClr val="bg1"/>
              </a:solidFill>
              <a:latin typeface="+mn-ea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281691F9-BA89-4CB5-A6D5-A9B9D1AA5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1A8DEBAE-2D9A-490A-9FD1-EF1522EA3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37" y="223615"/>
            <a:ext cx="4320480" cy="531018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三维曲线绘制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="" xmlns:a16="http://schemas.microsoft.com/office/drawing/2014/main" id="{52C24606-9C18-44D7-9C4B-121BE0034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420" y="816630"/>
            <a:ext cx="16520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plot3(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x,y,z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="" xmlns:a16="http://schemas.microsoft.com/office/drawing/2014/main" id="{6FA947CD-6ED3-4E7F-801E-51919D4F60AD}"/>
              </a:ext>
            </a:extLst>
          </p:cNvPr>
          <p:cNvGrpSpPr/>
          <p:nvPr/>
        </p:nvGrpSpPr>
        <p:grpSpPr>
          <a:xfrm>
            <a:off x="864493" y="1389346"/>
            <a:ext cx="3311942" cy="2400891"/>
            <a:chOff x="864493" y="1389346"/>
            <a:chExt cx="3311942" cy="2400891"/>
          </a:xfrm>
        </p:grpSpPr>
        <p:sp>
          <p:nvSpPr>
            <p:cNvPr id="10" name="Rectangle 0">
              <a:extLst>
                <a:ext uri="{FF2B5EF4-FFF2-40B4-BE49-F238E27FC236}">
                  <a16:creationId xmlns="" xmlns:a16="http://schemas.microsoft.com/office/drawing/2014/main" id="{FA2E3473-BAF7-472D-B4E3-F79EA8F3C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173" y="1851245"/>
              <a:ext cx="2735262" cy="1938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z=0:0.1:4*pi;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x= cos(z);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y= sin(z);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plot3(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x,y,z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  <a:p>
              <a:r>
                <a:rPr lang="en-US" altLang="zh-CN" sz="24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grid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1" name="Text Box 4">
              <a:extLst>
                <a:ext uri="{FF2B5EF4-FFF2-40B4-BE49-F238E27FC236}">
                  <a16:creationId xmlns="" xmlns:a16="http://schemas.microsoft.com/office/drawing/2014/main" id="{4CB63BF8-ADCB-4491-BA1A-EDB2D931F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493" y="1389346"/>
              <a:ext cx="15128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3.2-1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D010A64C-A839-4D2B-9817-20683834DFA2}"/>
              </a:ext>
            </a:extLst>
          </p:cNvPr>
          <p:cNvSpPr/>
          <p:nvPr/>
        </p:nvSpPr>
        <p:spPr>
          <a:xfrm>
            <a:off x="1339784" y="3901522"/>
            <a:ext cx="3323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grid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：图上加坐标网格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702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96BDF199-473B-48D1-A3EC-6B1E450D4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="" xmlns:a16="http://schemas.microsoft.com/office/drawing/2014/main" id="{23C0578E-D4B8-4E46-A529-2198B988AB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37" y="223615"/>
            <a:ext cx="4320480" cy="531018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三维曲面绘制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="" xmlns:a16="http://schemas.microsoft.com/office/drawing/2014/main" id="{2ABA0821-F77A-4D2A-A5F2-60FC3DF37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966" y="925327"/>
            <a:ext cx="19769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网格状曲面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5" name="Text Box 1">
            <a:extLst>
              <a:ext uri="{FF2B5EF4-FFF2-40B4-BE49-F238E27FC236}">
                <a16:creationId xmlns="" xmlns:a16="http://schemas.microsoft.com/office/drawing/2014/main" id="{B32CE916-F1FE-402C-9922-8BF335B16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509" y="891722"/>
            <a:ext cx="95782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mesh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surf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="" xmlns:a16="http://schemas.microsoft.com/office/drawing/2014/main" id="{C1B3C20A-B418-47D8-B777-9FDF3B643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966" y="1441064"/>
            <a:ext cx="4182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给网格填充了颜色的曲面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13B6F23D-73E4-4BE7-BE1A-F6B82E9DD9BE}"/>
              </a:ext>
            </a:extLst>
          </p:cNvPr>
          <p:cNvGrpSpPr/>
          <p:nvPr/>
        </p:nvGrpSpPr>
        <p:grpSpPr>
          <a:xfrm>
            <a:off x="891071" y="2013214"/>
            <a:ext cx="3251288" cy="3164974"/>
            <a:chOff x="891071" y="2013214"/>
            <a:chExt cx="3251288" cy="3164974"/>
          </a:xfrm>
        </p:grpSpPr>
        <p:sp>
          <p:nvSpPr>
            <p:cNvPr id="17" name="Text Box 1">
              <a:extLst>
                <a:ext uri="{FF2B5EF4-FFF2-40B4-BE49-F238E27FC236}">
                  <a16:creationId xmlns="" xmlns:a16="http://schemas.microsoft.com/office/drawing/2014/main" id="{85A28138-F4BF-4F64-AC6C-52730D10C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8229" y="2500532"/>
              <a:ext cx="3094130" cy="2677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x=-8:0.5:8;</a:t>
              </a:r>
            </a:p>
            <a:p>
              <a:r>
                <a:rPr lang="en-US" altLang="zh-CN" sz="24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y=x</a:t>
              </a:r>
              <a:r>
                <a:rPr lang="en-US" altLang="zh-CN" sz="2400" b="1" kern="0" dirty="0" smtClean="0">
                  <a:solidFill>
                    <a:srgbClr val="0000FF"/>
                  </a:solidFill>
                  <a:latin typeface="+mn-ea"/>
                  <a:sym typeface="Symbol" panose="05050102010706020507" pitchFamily="18" charset="2"/>
                </a:rPr>
                <a:t></a:t>
              </a:r>
              <a:r>
                <a:rPr lang="en-US" altLang="zh-CN" sz="24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;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X=ones(size(y))*x;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Y=y*ones(size(x));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R=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sqrt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(X.*X+Y.*Y);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z=sin(R)./R;</a:t>
              </a:r>
            </a:p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mesh(z)</a:t>
              </a:r>
              <a:endPara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8" name="Text Box 4">
              <a:extLst>
                <a:ext uri="{FF2B5EF4-FFF2-40B4-BE49-F238E27FC236}">
                  <a16:creationId xmlns="" xmlns:a16="http://schemas.microsoft.com/office/drawing/2014/main" id="{37E4E88D-3824-4025-BA41-FBB40EAB89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071" y="2013214"/>
              <a:ext cx="15128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  <a:sym typeface="Symbol" panose="05050102010706020507" pitchFamily="18" charset="2"/>
                </a:rPr>
                <a:t>3.2-2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19" name="Text Box 1">
            <a:extLst>
              <a:ext uri="{FF2B5EF4-FFF2-40B4-BE49-F238E27FC236}">
                <a16:creationId xmlns="" xmlns:a16="http://schemas.microsoft.com/office/drawing/2014/main" id="{5E54376E-C26E-4CC3-ADBA-BE7077A07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2359" y="2472298"/>
            <a:ext cx="309413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x=-8:0.5:8;</a:t>
            </a:r>
          </a:p>
          <a:p>
            <a:r>
              <a:rPr lang="en-US" altLang="zh-CN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y=x</a:t>
            </a:r>
            <a:r>
              <a:rPr lang="en-US" altLang="zh-CN" sz="2400" b="1" kern="0" dirty="0" smtClean="0">
                <a:solidFill>
                  <a:schemeClr val="bg1"/>
                </a:solidFill>
                <a:latin typeface="+mn-ea"/>
                <a:sym typeface="Symbol" panose="05050102010706020507" pitchFamily="18" charset="2"/>
              </a:rPr>
              <a:t></a:t>
            </a:r>
            <a:r>
              <a:rPr lang="en-US" altLang="zh-CN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X=ones(size(y))*x;</a:t>
            </a:r>
          </a:p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Y=y*ones(size(x));</a:t>
            </a:r>
          </a:p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R=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sqrt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(X.*X+Y.*Y);</a:t>
            </a:r>
          </a:p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z=sin(R)./R;</a:t>
            </a:r>
          </a:p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surf(z)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563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68054E3B-D222-4006-ACC1-354868013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7" name="Text Box 4">
            <a:extLst>
              <a:ext uri="{FF2B5EF4-FFF2-40B4-BE49-F238E27FC236}">
                <a16:creationId xmlns="" xmlns:a16="http://schemas.microsoft.com/office/drawing/2014/main" id="{0649199B-BF62-49E6-A01E-9AE2EBD1A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541" y="1079847"/>
            <a:ext cx="3779838" cy="3003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axis equal;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M=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moviein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(16);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for j=1:16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plot(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fft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(eye(j+16)));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M(:,j)=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getframe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end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movie(M,30)</a:t>
            </a:r>
          </a:p>
        </p:txBody>
      </p:sp>
      <p:sp>
        <p:nvSpPr>
          <p:cNvPr id="19" name="Text Box 4">
            <a:extLst>
              <a:ext uri="{FF2B5EF4-FFF2-40B4-BE49-F238E27FC236}">
                <a16:creationId xmlns="" xmlns:a16="http://schemas.microsoft.com/office/drawing/2014/main" id="{CE65364E-8B77-435D-9FFC-17F41FB48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73" y="446960"/>
            <a:ext cx="37798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3.2-3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特殊图形的绘制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227</TotalTime>
  <Words>135</Words>
  <Application>Microsoft Office PowerPoint</Application>
  <PresentationFormat>自定义</PresentationFormat>
  <Paragraphs>41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华文楷体</vt:lpstr>
      <vt:lpstr>宋体</vt:lpstr>
      <vt:lpstr>Arial</vt:lpstr>
      <vt:lpstr>Calibri</vt:lpstr>
      <vt:lpstr>Symbol</vt:lpstr>
      <vt:lpstr>Times New Roman</vt:lpstr>
      <vt:lpstr>视频录制PPT模板</vt:lpstr>
      <vt:lpstr>PowerPoint 演示文稿</vt:lpstr>
      <vt:lpstr>主要内容</vt:lpstr>
      <vt:lpstr>1. 三维曲线绘制</vt:lpstr>
      <vt:lpstr>2. 三维曲面绘制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327</cp:revision>
  <dcterms:created xsi:type="dcterms:W3CDTF">2016-01-02T09:31:00Z</dcterms:created>
  <dcterms:modified xsi:type="dcterms:W3CDTF">2019-02-21T01:26:22Z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