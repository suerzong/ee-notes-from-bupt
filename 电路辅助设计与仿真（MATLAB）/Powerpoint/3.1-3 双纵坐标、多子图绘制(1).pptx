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6" r:id="rId2"/>
    <p:sldId id="312" r:id="rId3"/>
    <p:sldId id="313" r:id="rId4"/>
    <p:sldId id="318" r:id="rId5"/>
    <p:sldId id="307" r:id="rId6"/>
    <p:sldId id="315" r:id="rId7"/>
    <p:sldId id="310" r:id="rId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8"/>
            <p14:sldId id="307"/>
            <p14:sldId id="315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7A90BA78-1AA5-46AC-82C1-E08C4F8C5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6581" y="2303983"/>
            <a:ext cx="4392488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双纵坐标、多子图绘制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B46E1615-61B8-4E5C-8EA7-6F42487A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944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双纵坐标绘图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多子图绘制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多图绘制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09534D9F-3EF6-405B-8128-79A8EEA4C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-3707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双纵坐标绘图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xmlns="" id="{3D3607DB-D0C9-4E69-BBC7-0578EEE28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6" y="834509"/>
            <a:ext cx="32403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plotyy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(x1,y1,x2,y2)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xmlns="" id="{870CF67A-4B92-4D84-BBB6-1F36C64D1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517" y="1356025"/>
            <a:ext cx="5616624" cy="86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两条曲线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x1-y1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x2-y2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分别以左右纵轴为纵坐标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CFF6B6FA-D66D-47F3-8373-D08363231EA8}"/>
              </a:ext>
            </a:extLst>
          </p:cNvPr>
          <p:cNvGrpSpPr/>
          <p:nvPr/>
        </p:nvGrpSpPr>
        <p:grpSpPr>
          <a:xfrm>
            <a:off x="891123" y="2223958"/>
            <a:ext cx="3861802" cy="2774288"/>
            <a:chOff x="891123" y="2223958"/>
            <a:chExt cx="3861802" cy="2774288"/>
          </a:xfrm>
        </p:grpSpPr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xmlns="" id="{098DF4F5-ACD1-48F1-B949-0A7543A58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919" y="2689922"/>
              <a:ext cx="325000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x1=0:0.1:5;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y1= exp(-x1/3);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x2=0:0.1:5;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y2= sin(2*x2);</a:t>
              </a:r>
            </a:p>
            <a:p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plotyy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(x1,y1,x2,y2)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title(‘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plotyy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exam’)</a:t>
              </a:r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xmlns="" id="{1570D0A7-73E7-4467-AA2C-B9C037549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123" y="2223958"/>
              <a:ext cx="1512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3.1-9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AE61AA3E-DB37-4E93-BAF4-5621055C9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B8125D11-810B-4A6E-825F-B9E546D26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266429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多子图绘制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xmlns="" id="{A4613D14-34A5-4368-A00C-3F6809A11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80" y="873235"/>
            <a:ext cx="5616624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在一个图形窗绘制多条不同的曲线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xmlns="" id="{98F364C8-16F5-4CB8-B8F1-7F956F9AF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370335"/>
            <a:ext cx="26299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subplot(</a:t>
            </a:r>
            <a:r>
              <a:rPr lang="en-US" altLang="zh-CN" sz="2400" b="1" dirty="0" err="1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m,n,p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xmlns="" id="{317E98C4-17C3-47FA-AB17-21CDEF4AF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803" y="1848362"/>
            <a:ext cx="5830346" cy="1289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将图形窗分为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个子窗口，在第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个子窗口中绘制图形。子图的编号顺序为从左到右，从上到下。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为子图编号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7464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C53D8A08-C2E8-4E4B-9320-E0D960991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40" name="Text Box 4">
            <a:extLst>
              <a:ext uri="{FF2B5EF4-FFF2-40B4-BE49-F238E27FC236}">
                <a16:creationId xmlns:a16="http://schemas.microsoft.com/office/drawing/2014/main" xmlns="" id="{B5EB735E-4AA9-4C3C-8B94-B701895B2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926" y="804184"/>
            <a:ext cx="1512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3.1-10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xmlns="" id="{47A81AFE-C947-45C2-8D38-0E7C540C8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266429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多子图绘制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xmlns="" id="{721D2B80-C239-4153-8332-9A957C94C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370" y="1275374"/>
            <a:ext cx="3349625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t=0:0.2:4*pi;</a:t>
            </a: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y=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(-</a:t>
            </a:r>
            <a:r>
              <a:rPr lang="en-US" altLang="zh-CN" sz="2400" b="1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0.1*t).*sin(t);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subplot(2,2,1),stem(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t,y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title(‘stem(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t,y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)’);</a:t>
            </a: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subplot(2,2,2),stairs(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t,y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title(‘stairs(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t,y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)’);</a:t>
            </a: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subplot(2,2,3),bar(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t,y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title(‘bar(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t,y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)’);</a:t>
            </a: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subplot(2,2,4),fill(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t,y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,‘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’)</a:t>
            </a:r>
          </a:p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title(‘fill(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t,y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,‘‘r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’’)’ )</a:t>
            </a: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xmlns="" id="{33FB30B9-35F1-47C3-A1B2-646209843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0" name="Rectangle 2">
            <a:extLst>
              <a:ext uri="{FF2B5EF4-FFF2-40B4-BE49-F238E27FC236}">
                <a16:creationId xmlns:a16="http://schemas.microsoft.com/office/drawing/2014/main" xmlns="" id="{AA286D7F-DAB9-4C80-A556-5EBA42AD1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266429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多图绘制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xmlns="" id="{C948A1F1-9FDB-4A42-9DC4-390945162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77" y="847693"/>
            <a:ext cx="3236557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生成多个图形窗口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52" name="Text Box 4">
            <a:extLst>
              <a:ext uri="{FF2B5EF4-FFF2-40B4-BE49-F238E27FC236}">
                <a16:creationId xmlns:a16="http://schemas.microsoft.com/office/drawing/2014/main" xmlns="" id="{3EFE5BA9-6C1B-45F4-B4E2-3D05A7C08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206" y="1325744"/>
            <a:ext cx="16557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figure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14D100F1-A563-4DE0-B975-27B15B7D21A5}"/>
              </a:ext>
            </a:extLst>
          </p:cNvPr>
          <p:cNvGrpSpPr/>
          <p:nvPr/>
        </p:nvGrpSpPr>
        <p:grpSpPr>
          <a:xfrm>
            <a:off x="864133" y="1816950"/>
            <a:ext cx="4968912" cy="3549194"/>
            <a:chOff x="864133" y="1816950"/>
            <a:chExt cx="4968912" cy="3549194"/>
          </a:xfrm>
        </p:grpSpPr>
        <p:sp>
          <p:nvSpPr>
            <p:cNvPr id="47" name="Text Box 4">
              <a:extLst>
                <a:ext uri="{FF2B5EF4-FFF2-40B4-BE49-F238E27FC236}">
                  <a16:creationId xmlns:a16="http://schemas.microsoft.com/office/drawing/2014/main" xmlns="" id="{6710409B-28D6-46CE-996A-977213D63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133" y="1816950"/>
              <a:ext cx="15128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3.1-11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3" name="Rectangle 2">
              <a:extLst>
                <a:ext uri="{FF2B5EF4-FFF2-40B4-BE49-F238E27FC236}">
                  <a16:creationId xmlns:a16="http://schemas.microsoft.com/office/drawing/2014/main" xmlns="" id="{928E5D75-05EB-458A-B096-B70665862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699" y="2319156"/>
              <a:ext cx="4313346" cy="3046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t1=0:0.2:4*pi;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y1= 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exp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(-0.1*t1).*sin(t1);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t2=0:0.2:2*pi;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y2= 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exp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(-0.5*t2).*sin(5*t2+1);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figure(1)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plot(t1,y1,’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*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c’)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figure(2)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plot(t2,y2,’:r’)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944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98B3D56D-8207-4512-A8B3-2038391E2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537</TotalTime>
  <Words>219</Words>
  <Application>Microsoft Office PowerPoint</Application>
  <PresentationFormat>自定义</PresentationFormat>
  <Paragraphs>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华文楷体</vt:lpstr>
      <vt:lpstr>宋体</vt:lpstr>
      <vt:lpstr>Arial</vt:lpstr>
      <vt:lpstr>Calibri</vt:lpstr>
      <vt:lpstr>Symbol</vt:lpstr>
      <vt:lpstr>Times New Roman</vt:lpstr>
      <vt:lpstr>Wingdings</vt:lpstr>
      <vt:lpstr>视频录制PPT模板</vt:lpstr>
      <vt:lpstr>PowerPoint 演示文稿</vt:lpstr>
      <vt:lpstr>主要内容</vt:lpstr>
      <vt:lpstr>1. 双纵坐标绘图</vt:lpstr>
      <vt:lpstr>2. 多子图绘制</vt:lpstr>
      <vt:lpstr>2. 多子图绘制</vt:lpstr>
      <vt:lpstr>3. 多图绘制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351</cp:revision>
  <dcterms:created xsi:type="dcterms:W3CDTF">2016-01-02T09:31:00Z</dcterms:created>
  <dcterms:modified xsi:type="dcterms:W3CDTF">2019-10-29T11:40:50Z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